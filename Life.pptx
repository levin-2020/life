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3" r:id="rId3"/>
    <p:sldId id="272" r:id="rId4"/>
    <p:sldId id="264" r:id="rId5"/>
    <p:sldId id="265" r:id="rId6"/>
    <p:sldId id="261" r:id="rId7"/>
    <p:sldId id="257" r:id="rId8"/>
    <p:sldId id="260" r:id="rId9"/>
    <p:sldId id="262" r:id="rId10"/>
    <p:sldId id="266" r:id="rId11"/>
    <p:sldId id="267" r:id="rId12"/>
    <p:sldId id="268" r:id="rId13"/>
    <p:sldId id="269" r:id="rId14"/>
    <p:sldId id="270" r:id="rId15"/>
    <p:sldId id="277" r:id="rId16"/>
    <p:sldId id="273" r:id="rId17"/>
    <p:sldId id="276" r:id="rId18"/>
    <p:sldId id="275" r:id="rId19"/>
    <p:sldId id="274" r:id="rId20"/>
    <p:sldId id="278" r:id="rId21"/>
    <p:sldId id="258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84" autoAdjust="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DCFCD-9DCC-4923-AA14-6E753C1ED6E3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72464-DD7C-44A0-AFBB-57820D26175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6340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6464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0910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708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2871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7648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2633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2655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7998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5536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1272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5229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5644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2464-DD7C-44A0-AFBB-57820D261759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2345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45A4D1-9D48-4529-B969-EF9DE3F59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FF922C-4D58-42DD-AEE9-1B247A01E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EC23D1-1986-4F1A-82EF-F5AE23B0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4209CC-8688-4815-BBFC-06F0461B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1043CE-A701-4F3E-9D21-0AA7A853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915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74A13-E42E-4B7C-90C2-FC23897C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01F15F-9F36-41D8-8786-155FDC4AF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1A2675-2899-44DB-A058-26DD0B25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B4870A-053C-4AD3-8135-2260A704B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633F4E-E52B-43D2-B3CC-E0CCFDCE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7733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F0ED4B-32C4-4947-B82A-B17FC1AA8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E7CB70-EEE4-4A7A-8557-0F0C7C07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81ACBB-1FE1-4D02-9122-6F9BEA57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8FC341-E7B2-4443-999A-26BC3EC0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90CD0A-C630-43A0-ACC5-D46FF752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591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FA1746-1515-4CD4-8D8F-969C3AE2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D25D31-E34B-4C4F-97D2-F3EA85743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239F93-D751-44BF-9FC3-8BA2158EA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FD0984-027D-46A2-8581-5B2429D0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4FA22B-E579-4926-BB60-B56C32EA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98CD22-2FC3-414D-9BF4-65112888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65255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40140-DE53-4A1C-B590-BE2E48E0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CDD2C-6CB6-4F4F-B390-0F3904555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0B1004-205A-4F8B-9CDE-CDB7F087E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248461-F85D-4D56-B5F8-B5053353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CA78AE2-98D1-4B99-8D62-BBD2DDEFDF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CB67D76-0E51-42A9-921E-9C53D598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40457A-B6FB-49B9-8215-2EA8B243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6EAE65B-2FF8-4C5D-AAAA-DF0A9878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7479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44E95-C362-484C-BF53-86ACEFE4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3E56F3-9FD0-4623-8C45-96BD1D02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7BF2B6-D6C1-44E4-87AC-4D761696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4CBD5D1-EBA4-4DD7-A5E1-6E5881DA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868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1673DF-5D47-407A-B9FA-CA1CD061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16600A-C4ED-46B4-9286-5EB73A13B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39A79D-1834-4308-A53B-7B7C46468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13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AECCB4-09D8-448B-B712-38C7CE81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714683-5BFA-4D1F-A61D-C22ED20C6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2FC99A-7DB3-4AE8-838B-DD194E915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E13FB7-049F-469D-8825-22858F399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2EB4EC-8C0A-4A25-BD95-91490AE8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BC5B8F-A8A0-4B38-85F3-2AAC66F5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5787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BDF54-150F-428E-9464-D390BA82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3DBC88-63B2-4B17-98F3-C7518E4CA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9140CE-6F3F-4083-B581-4E96F4F2E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6639F7-3996-4FD0-B3E1-A2108F86B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E36806-9439-498B-A853-E6481E1E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292EF2-30F3-4CE8-8465-54FECD4A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191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DC5F1C-A665-4311-8170-0252059D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A2A9D0E-1ECC-4FA3-ABE2-6C7A1829A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1952E3-DEE2-479B-B9EB-695457D8F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2C1883-9B7C-4C65-A100-2DE3DF14A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C26EE6-35C1-4209-B63D-B86A723E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803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37E4257-1446-4E9A-B40D-DE3B02602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EB2FF8-1956-4DC9-9347-9B5C41529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79509E-AB40-4F8B-84AF-05FC19F34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8586F1-16F3-40CD-A858-CA137335D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9E5A8C-80F4-4968-B97C-7E7C5D37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815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7A24C1-69D5-42EF-896C-E73D7FDED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F362EE-3AF0-4012-9E35-21CCC7313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0E5C01-570A-46FD-B78A-C038D7098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E05D7-FBA4-4131-A074-4A285888A059}" type="datetimeFigureOut">
              <a:rPr lang="de-CH" smtClean="0"/>
              <a:t>24.01.2021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02F860-FD9F-40A4-B587-A204B0787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BA9AEB-D0DD-4C88-8CBC-01AED1C10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27F45-4755-47CB-AF21-6E543DE4A16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130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vin\Desktop\Life\application.windows64\Life.ex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01EDB0-C872-4D28-8C14-D386EA3AF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28379"/>
          </a:xfrm>
        </p:spPr>
        <p:txBody>
          <a:bodyPr/>
          <a:lstStyle/>
          <a:p>
            <a:r>
              <a:rPr lang="de-CH" dirty="0" err="1">
                <a:latin typeface="Georgia" panose="02040502050405020303" pitchFamily="18" charset="0"/>
              </a:rPr>
              <a:t>Conway’s</a:t>
            </a:r>
            <a:r>
              <a:rPr lang="de-CH" dirty="0">
                <a:latin typeface="Georgia" panose="02040502050405020303" pitchFamily="18" charset="0"/>
              </a:rPr>
              <a:t> Game </a:t>
            </a:r>
            <a:r>
              <a:rPr lang="de-CH" dirty="0" err="1">
                <a:latin typeface="Georgia" panose="02040502050405020303" pitchFamily="18" charset="0"/>
              </a:rPr>
              <a:t>of</a:t>
            </a:r>
            <a:r>
              <a:rPr lang="de-CH" dirty="0">
                <a:latin typeface="Georgia" panose="02040502050405020303" pitchFamily="18" charset="0"/>
              </a:rPr>
              <a:t> Life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AFE4A84-5BDB-4AA3-9433-78C967D78130}"/>
              </a:ext>
            </a:extLst>
          </p:cNvPr>
          <p:cNvGrpSpPr/>
          <p:nvPr/>
        </p:nvGrpSpPr>
        <p:grpSpPr>
          <a:xfrm>
            <a:off x="4724400" y="3036825"/>
            <a:ext cx="2743200" cy="2698812"/>
            <a:chOff x="4456590" y="3213716"/>
            <a:chExt cx="2743200" cy="2698812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079A7451-DF49-460C-AF93-00089F95DF68}"/>
                </a:ext>
              </a:extLst>
            </p:cNvPr>
            <p:cNvSpPr/>
            <p:nvPr/>
          </p:nvSpPr>
          <p:spPr>
            <a:xfrm>
              <a:off x="4456590" y="4998128"/>
              <a:ext cx="914400" cy="9144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7B844303-E81E-4B0F-912F-8B151133E194}"/>
                </a:ext>
              </a:extLst>
            </p:cNvPr>
            <p:cNvSpPr/>
            <p:nvPr/>
          </p:nvSpPr>
          <p:spPr>
            <a:xfrm>
              <a:off x="5370990" y="4998128"/>
              <a:ext cx="914400" cy="9144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64CE7A0A-3DAC-4238-B7D3-D2A6DFC03AA7}"/>
                </a:ext>
              </a:extLst>
            </p:cNvPr>
            <p:cNvSpPr/>
            <p:nvPr/>
          </p:nvSpPr>
          <p:spPr>
            <a:xfrm>
              <a:off x="6285390" y="4998128"/>
              <a:ext cx="914400" cy="9144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3DABCF85-6749-4D08-BD8E-DDFD034DFDF4}"/>
                </a:ext>
              </a:extLst>
            </p:cNvPr>
            <p:cNvSpPr/>
            <p:nvPr/>
          </p:nvSpPr>
          <p:spPr>
            <a:xfrm>
              <a:off x="6285390" y="4083728"/>
              <a:ext cx="914400" cy="9144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6987A54-2FC8-4301-B121-A7F314267676}"/>
                </a:ext>
              </a:extLst>
            </p:cNvPr>
            <p:cNvSpPr/>
            <p:nvPr/>
          </p:nvSpPr>
          <p:spPr>
            <a:xfrm>
              <a:off x="5370990" y="3213716"/>
              <a:ext cx="914400" cy="9144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4243085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uppieren 182">
            <a:extLst>
              <a:ext uri="{FF2B5EF4-FFF2-40B4-BE49-F238E27FC236}">
                <a16:creationId xmlns:a16="http://schemas.microsoft.com/office/drawing/2014/main" id="{49B3C777-8128-4890-8BF2-AAA61EF32629}"/>
              </a:ext>
            </a:extLst>
          </p:cNvPr>
          <p:cNvGrpSpPr/>
          <p:nvPr/>
        </p:nvGrpSpPr>
        <p:grpSpPr>
          <a:xfrm>
            <a:off x="-1164584" y="3683624"/>
            <a:ext cx="3730229" cy="3921995"/>
            <a:chOff x="-456087" y="-2624137"/>
            <a:chExt cx="12960000" cy="12953349"/>
          </a:xfrm>
        </p:grpSpPr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87936DC1-0F2C-4D5B-A8C7-4B8C6FF04E2A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F3F05C91-9227-4181-A37B-B168B9B569E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68A9F5BA-8ECD-45E4-9DC9-CBB4977E43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6189CB1B-2C8F-4391-B41F-DA3CF97BD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0E380A3C-7EC1-4429-96D0-965830E2321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9EE0E6F9-80B7-445D-BC5C-B55CEAE43BA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3ADAED4D-F54E-45C0-B4F1-EE49D7131A6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57EF046-A556-411B-8853-6009EB0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C7DBC954-E31D-4C00-A17A-581A0383B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A79B7837-9623-4B4C-AC67-2C82B0CDE2F8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4FF91975-2F42-4438-A468-96919C3CA351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8F1E1C88-58A1-4EA0-89B3-231DBDB86C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086E2AF6-D70A-46D5-96B0-0114916FB0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4B176244-794E-4DBE-99F3-8DC9883CF2A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E8BD9D0-222F-4956-A2A6-087E28AD8F9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70174DA5-D831-442B-B0D6-F1E638FA41C6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1306E7CC-D959-4D60-9A3B-94F6A4061A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185E6F96-55BE-4047-A497-459485895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12B71F27-217E-4C55-9137-E36D60F4E4C6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A5DE527F-2176-4720-B613-692A14A6C3F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1F449913-D740-4895-B677-217DB1729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00E63326-9278-4F2A-8A5A-0FD887207D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97C8F422-88D0-47C0-A68D-1B2B6601146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F08218F4-DA75-421A-9C5F-A0A3E628E92E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F3458456-0400-4852-9CCC-4E36B175FF4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52FE0370-DF4B-4B29-9877-7F07B0EBD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1625B43F-1CE9-44B4-B526-8571E22DF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21698A15-2D73-4B8E-B0C7-BA7DBE638E28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333BDAD7-F8AF-42AC-BBA1-78A19E03BF6F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18812A2B-D15B-451B-BE73-03CB5FB4F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B14D971C-D695-425D-8AE0-EB73084B54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87C24C0F-E802-45BD-8DDF-442BC73F273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6A63B325-F051-43FB-B609-EF0D6E216DA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C428B65A-0BA3-4C74-BB78-CBAA058466F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5C986382-0E6F-45F3-B15B-A65F064C5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40CF2C46-56AB-43E5-9A52-1FC2CF01AB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6864DE75-B859-4EDC-BF96-964B4FCBAA48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0A6C32E6-ABC8-4073-ADEE-6D5C39CE309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5F1E7D2F-B4EA-4C08-9B63-166F738A2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32EBD0D7-B731-44A7-BC8A-E388E6D81A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C23DFBC3-A796-4E6D-8763-833BD6CAC85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DA71AECE-831E-43BF-ADAA-3EAC4E68903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934CB694-6D89-4A62-AE32-CD2EC48230F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45A1A512-EA81-44D8-B0E6-33E680AD9B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2FC0CCA7-FC50-43C7-B4C0-B76632F9DA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EB4D81F7-B117-49CD-A4BB-C1D90890F963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9304DDFE-7EC3-48A4-BEE8-5C467104D2E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305D1E54-740A-4245-B5A2-85FBE2D036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341B7CB-03AF-43CA-A1C7-6EAA48B525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D234C3F4-4BEE-4321-8A60-83E6F8F45D9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90E6D8CF-219B-46F6-A8C6-736EBFD226F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EFA5A842-764F-4949-91D7-1A77339D1AA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r Verbinder 73">
              <a:extLst>
                <a:ext uri="{FF2B5EF4-FFF2-40B4-BE49-F238E27FC236}">
                  <a16:creationId xmlns:a16="http://schemas.microsoft.com/office/drawing/2014/main" id="{A451999F-407C-4434-9EF4-F953AF8300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700E2A3E-539D-45DC-88B5-9FC8B29DD0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12E87177-ECDD-4E3C-996F-BF65E3AEE30B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AE317BFC-F525-4D00-A2DD-D6A513F8C91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2477A6BD-CAE5-4D3B-8AD9-9EB6744E78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755B8AC7-400C-4F1E-8272-C5F2A9575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A477F468-5F95-4931-B06C-3E6117739CB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>
              <a:extLst>
                <a:ext uri="{FF2B5EF4-FFF2-40B4-BE49-F238E27FC236}">
                  <a16:creationId xmlns:a16="http://schemas.microsoft.com/office/drawing/2014/main" id="{F1CB215C-001A-44F5-93F2-1895E8A6EF6F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C14F1889-CA13-4966-B1E1-776AEEA3ED4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A94A305F-19CD-4E93-8E05-D454FF8D0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A2090E25-3CAB-4B29-AB5D-C28624C1E8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0CF62704-D008-4A91-9703-DE06328DD8EF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E08A7E9B-E161-47C1-8E75-8BEA04CFE2F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3D84B065-1A1B-48C7-9E6D-26B65D0B2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4F954CBB-82E5-49EB-869E-EF21D0722A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06775277-6D83-4A9C-8EEB-964F3E62C04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4A57D2CD-DD09-4E3C-B05A-05548DA68A3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E6B3F8BB-C64B-4BDF-8475-3658CEF245E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r Verbinder 100">
              <a:extLst>
                <a:ext uri="{FF2B5EF4-FFF2-40B4-BE49-F238E27FC236}">
                  <a16:creationId xmlns:a16="http://schemas.microsoft.com/office/drawing/2014/main" id="{5D0FBE81-77BA-4AA9-AB75-36A0B0E4C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r Verbinder 101">
              <a:extLst>
                <a:ext uri="{FF2B5EF4-FFF2-40B4-BE49-F238E27FC236}">
                  <a16:creationId xmlns:a16="http://schemas.microsoft.com/office/drawing/2014/main" id="{EBB7BB44-8666-4028-93AB-9C64E3E64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45E6B80A-CA61-48EC-8EF0-49196B7E87CA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103">
              <a:extLst>
                <a:ext uri="{FF2B5EF4-FFF2-40B4-BE49-F238E27FC236}">
                  <a16:creationId xmlns:a16="http://schemas.microsoft.com/office/drawing/2014/main" id="{E768DE23-64C8-435C-B196-F52A9ACB906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A7094B66-8522-4AC0-A73B-BD1B18F657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31B47A46-F29E-46E8-A2C0-9847237FBE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D531D98E-BA09-458E-99E4-59DB35F35FC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r Verbinder 107">
              <a:extLst>
                <a:ext uri="{FF2B5EF4-FFF2-40B4-BE49-F238E27FC236}">
                  <a16:creationId xmlns:a16="http://schemas.microsoft.com/office/drawing/2014/main" id="{23FBBDD6-D209-4A93-BB4C-C9A9067A92D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405ED44F-FBEC-46E0-B03F-89DDF2C5AD4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r Verbinder 109">
              <a:extLst>
                <a:ext uri="{FF2B5EF4-FFF2-40B4-BE49-F238E27FC236}">
                  <a16:creationId xmlns:a16="http://schemas.microsoft.com/office/drawing/2014/main" id="{927DEB61-6770-485E-8F8C-ED9FDD68AD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BB18F301-2B26-4F5B-BAC1-F90F4E42C5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Gruppieren 264">
            <a:extLst>
              <a:ext uri="{FF2B5EF4-FFF2-40B4-BE49-F238E27FC236}">
                <a16:creationId xmlns:a16="http://schemas.microsoft.com/office/drawing/2014/main" id="{C64B063F-9DBD-46F9-BE53-8028BE4F64DC}"/>
              </a:ext>
            </a:extLst>
          </p:cNvPr>
          <p:cNvGrpSpPr/>
          <p:nvPr/>
        </p:nvGrpSpPr>
        <p:grpSpPr>
          <a:xfrm>
            <a:off x="2563893" y="3684185"/>
            <a:ext cx="3730229" cy="3921995"/>
            <a:chOff x="-456087" y="-2624137"/>
            <a:chExt cx="12960000" cy="12953349"/>
          </a:xfrm>
        </p:grpSpPr>
        <p:cxnSp>
          <p:nvCxnSpPr>
            <p:cNvPr id="266" name="Gerader Verbinder 265">
              <a:extLst>
                <a:ext uri="{FF2B5EF4-FFF2-40B4-BE49-F238E27FC236}">
                  <a16:creationId xmlns:a16="http://schemas.microsoft.com/office/drawing/2014/main" id="{7CB98BCF-1779-4F47-A3E8-3E5D5A6212DB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Gerader Verbinder 266">
              <a:extLst>
                <a:ext uri="{FF2B5EF4-FFF2-40B4-BE49-F238E27FC236}">
                  <a16:creationId xmlns:a16="http://schemas.microsoft.com/office/drawing/2014/main" id="{ED5D2ED2-1ECE-40D2-84A2-8883F12FD3BD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Gerader Verbinder 267">
              <a:extLst>
                <a:ext uri="{FF2B5EF4-FFF2-40B4-BE49-F238E27FC236}">
                  <a16:creationId xmlns:a16="http://schemas.microsoft.com/office/drawing/2014/main" id="{F14152BC-4FE1-465E-880C-031F02787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Gerader Verbinder 268">
              <a:extLst>
                <a:ext uri="{FF2B5EF4-FFF2-40B4-BE49-F238E27FC236}">
                  <a16:creationId xmlns:a16="http://schemas.microsoft.com/office/drawing/2014/main" id="{2AFC786B-79F2-4B55-8255-B23C808BE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Gerader Verbinder 269">
              <a:extLst>
                <a:ext uri="{FF2B5EF4-FFF2-40B4-BE49-F238E27FC236}">
                  <a16:creationId xmlns:a16="http://schemas.microsoft.com/office/drawing/2014/main" id="{660A86C7-FA47-48AF-82C8-487C44D3F5A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Gerader Verbinder 270">
              <a:extLst>
                <a:ext uri="{FF2B5EF4-FFF2-40B4-BE49-F238E27FC236}">
                  <a16:creationId xmlns:a16="http://schemas.microsoft.com/office/drawing/2014/main" id="{83637491-FBBA-4E12-9C90-29A88BE3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Gerader Verbinder 271">
              <a:extLst>
                <a:ext uri="{FF2B5EF4-FFF2-40B4-BE49-F238E27FC236}">
                  <a16:creationId xmlns:a16="http://schemas.microsoft.com/office/drawing/2014/main" id="{C1041706-4BC9-4C2D-B22D-4F35A10B7FE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Gerader Verbinder 272">
              <a:extLst>
                <a:ext uri="{FF2B5EF4-FFF2-40B4-BE49-F238E27FC236}">
                  <a16:creationId xmlns:a16="http://schemas.microsoft.com/office/drawing/2014/main" id="{F931EA4E-8458-420F-9C22-1885BFE1B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Gerader Verbinder 273">
              <a:extLst>
                <a:ext uri="{FF2B5EF4-FFF2-40B4-BE49-F238E27FC236}">
                  <a16:creationId xmlns:a16="http://schemas.microsoft.com/office/drawing/2014/main" id="{2BE42572-66CC-42B3-9D9E-B465137F9E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Gerader Verbinder 274">
              <a:extLst>
                <a:ext uri="{FF2B5EF4-FFF2-40B4-BE49-F238E27FC236}">
                  <a16:creationId xmlns:a16="http://schemas.microsoft.com/office/drawing/2014/main" id="{1316217B-C86D-4CEF-B447-B0DFFAE69FAB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Gerader Verbinder 275">
              <a:extLst>
                <a:ext uri="{FF2B5EF4-FFF2-40B4-BE49-F238E27FC236}">
                  <a16:creationId xmlns:a16="http://schemas.microsoft.com/office/drawing/2014/main" id="{4041541F-9F43-47F5-B02B-1ECA6E4B1F6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Gerader Verbinder 276">
              <a:extLst>
                <a:ext uri="{FF2B5EF4-FFF2-40B4-BE49-F238E27FC236}">
                  <a16:creationId xmlns:a16="http://schemas.microsoft.com/office/drawing/2014/main" id="{F2FC9053-85B7-442C-B07A-92F9A3737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Gerader Verbinder 277">
              <a:extLst>
                <a:ext uri="{FF2B5EF4-FFF2-40B4-BE49-F238E27FC236}">
                  <a16:creationId xmlns:a16="http://schemas.microsoft.com/office/drawing/2014/main" id="{9BD3E245-38AA-4A10-9A29-F8FC718A78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Gerader Verbinder 278">
              <a:extLst>
                <a:ext uri="{FF2B5EF4-FFF2-40B4-BE49-F238E27FC236}">
                  <a16:creationId xmlns:a16="http://schemas.microsoft.com/office/drawing/2014/main" id="{F605646D-E414-444C-A068-DDA73B50A28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Gerader Verbinder 279">
              <a:extLst>
                <a:ext uri="{FF2B5EF4-FFF2-40B4-BE49-F238E27FC236}">
                  <a16:creationId xmlns:a16="http://schemas.microsoft.com/office/drawing/2014/main" id="{B02FFBB7-6916-4610-9E22-EFDB6452EED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Gerader Verbinder 280">
              <a:extLst>
                <a:ext uri="{FF2B5EF4-FFF2-40B4-BE49-F238E27FC236}">
                  <a16:creationId xmlns:a16="http://schemas.microsoft.com/office/drawing/2014/main" id="{BB5C38F7-1CF2-4844-9DD1-BCD3B56CC29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Gerader Verbinder 281">
              <a:extLst>
                <a:ext uri="{FF2B5EF4-FFF2-40B4-BE49-F238E27FC236}">
                  <a16:creationId xmlns:a16="http://schemas.microsoft.com/office/drawing/2014/main" id="{23EA9DAE-F2B1-4F14-AEB4-7E4773530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Gerader Verbinder 282">
              <a:extLst>
                <a:ext uri="{FF2B5EF4-FFF2-40B4-BE49-F238E27FC236}">
                  <a16:creationId xmlns:a16="http://schemas.microsoft.com/office/drawing/2014/main" id="{D722B1B6-053F-4F2B-A3B3-1396202B0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Gerader Verbinder 283">
              <a:extLst>
                <a:ext uri="{FF2B5EF4-FFF2-40B4-BE49-F238E27FC236}">
                  <a16:creationId xmlns:a16="http://schemas.microsoft.com/office/drawing/2014/main" id="{EF4A1719-8706-44D5-9069-0684C66A4976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Gerader Verbinder 284">
              <a:extLst>
                <a:ext uri="{FF2B5EF4-FFF2-40B4-BE49-F238E27FC236}">
                  <a16:creationId xmlns:a16="http://schemas.microsoft.com/office/drawing/2014/main" id="{A0401441-81E0-44FB-ADE0-6CA6743BBB45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Gerader Verbinder 285">
              <a:extLst>
                <a:ext uri="{FF2B5EF4-FFF2-40B4-BE49-F238E27FC236}">
                  <a16:creationId xmlns:a16="http://schemas.microsoft.com/office/drawing/2014/main" id="{898EF9BF-82C9-46D8-A1B1-2FC0C6E6B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Gerader Verbinder 286">
              <a:extLst>
                <a:ext uri="{FF2B5EF4-FFF2-40B4-BE49-F238E27FC236}">
                  <a16:creationId xmlns:a16="http://schemas.microsoft.com/office/drawing/2014/main" id="{C03D65BE-2E67-4044-B43C-106237E46D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Gerader Verbinder 287">
              <a:extLst>
                <a:ext uri="{FF2B5EF4-FFF2-40B4-BE49-F238E27FC236}">
                  <a16:creationId xmlns:a16="http://schemas.microsoft.com/office/drawing/2014/main" id="{7F7CF834-7378-4A00-8D44-2A7F25D204D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Gerader Verbinder 288">
              <a:extLst>
                <a:ext uri="{FF2B5EF4-FFF2-40B4-BE49-F238E27FC236}">
                  <a16:creationId xmlns:a16="http://schemas.microsoft.com/office/drawing/2014/main" id="{A90E21AF-4409-46F7-B579-10C0CE8D091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Gerader Verbinder 289">
              <a:extLst>
                <a:ext uri="{FF2B5EF4-FFF2-40B4-BE49-F238E27FC236}">
                  <a16:creationId xmlns:a16="http://schemas.microsoft.com/office/drawing/2014/main" id="{3C9CA7B2-D759-4395-85D7-E768A5A9A124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Gerader Verbinder 290">
              <a:extLst>
                <a:ext uri="{FF2B5EF4-FFF2-40B4-BE49-F238E27FC236}">
                  <a16:creationId xmlns:a16="http://schemas.microsoft.com/office/drawing/2014/main" id="{B58BB785-C8A1-45E1-991D-4569C4E9A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Gerader Verbinder 291">
              <a:extLst>
                <a:ext uri="{FF2B5EF4-FFF2-40B4-BE49-F238E27FC236}">
                  <a16:creationId xmlns:a16="http://schemas.microsoft.com/office/drawing/2014/main" id="{A14E603A-01CE-40BC-BB51-4D2EA0A3F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Gerader Verbinder 292">
              <a:extLst>
                <a:ext uri="{FF2B5EF4-FFF2-40B4-BE49-F238E27FC236}">
                  <a16:creationId xmlns:a16="http://schemas.microsoft.com/office/drawing/2014/main" id="{F037C404-BD2C-4BD5-86D9-10E9071624EA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Gerader Verbinder 293">
              <a:extLst>
                <a:ext uri="{FF2B5EF4-FFF2-40B4-BE49-F238E27FC236}">
                  <a16:creationId xmlns:a16="http://schemas.microsoft.com/office/drawing/2014/main" id="{00E4E78C-C33D-4B13-9D51-95EF647CA1F4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Gerader Verbinder 294">
              <a:extLst>
                <a:ext uri="{FF2B5EF4-FFF2-40B4-BE49-F238E27FC236}">
                  <a16:creationId xmlns:a16="http://schemas.microsoft.com/office/drawing/2014/main" id="{F429DE24-8ED4-4D4C-9CE9-555A4A78F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Gerader Verbinder 295">
              <a:extLst>
                <a:ext uri="{FF2B5EF4-FFF2-40B4-BE49-F238E27FC236}">
                  <a16:creationId xmlns:a16="http://schemas.microsoft.com/office/drawing/2014/main" id="{8BF2B22C-9083-4EB5-BCCF-8C65CBC3BD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Gerader Verbinder 296">
              <a:extLst>
                <a:ext uri="{FF2B5EF4-FFF2-40B4-BE49-F238E27FC236}">
                  <a16:creationId xmlns:a16="http://schemas.microsoft.com/office/drawing/2014/main" id="{93777D52-3C47-4BA6-A1C0-D6F547B1793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Gerader Verbinder 297">
              <a:extLst>
                <a:ext uri="{FF2B5EF4-FFF2-40B4-BE49-F238E27FC236}">
                  <a16:creationId xmlns:a16="http://schemas.microsoft.com/office/drawing/2014/main" id="{7BBF87A2-DC3B-477A-B4FA-3A27308DD55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Gerader Verbinder 298">
              <a:extLst>
                <a:ext uri="{FF2B5EF4-FFF2-40B4-BE49-F238E27FC236}">
                  <a16:creationId xmlns:a16="http://schemas.microsoft.com/office/drawing/2014/main" id="{CA2F8957-DC03-494B-958E-9677A2404F4F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Gerader Verbinder 299">
              <a:extLst>
                <a:ext uri="{FF2B5EF4-FFF2-40B4-BE49-F238E27FC236}">
                  <a16:creationId xmlns:a16="http://schemas.microsoft.com/office/drawing/2014/main" id="{8C41BB78-0D4A-427E-ACC5-CB77534E1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Gerader Verbinder 300">
              <a:extLst>
                <a:ext uri="{FF2B5EF4-FFF2-40B4-BE49-F238E27FC236}">
                  <a16:creationId xmlns:a16="http://schemas.microsoft.com/office/drawing/2014/main" id="{0178A20A-3D01-45BB-ADDB-C3C6718DB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Gerader Verbinder 301">
              <a:extLst>
                <a:ext uri="{FF2B5EF4-FFF2-40B4-BE49-F238E27FC236}">
                  <a16:creationId xmlns:a16="http://schemas.microsoft.com/office/drawing/2014/main" id="{02C1C695-0E64-4B45-8316-1DF359AC377D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Gerader Verbinder 302">
              <a:extLst>
                <a:ext uri="{FF2B5EF4-FFF2-40B4-BE49-F238E27FC236}">
                  <a16:creationId xmlns:a16="http://schemas.microsoft.com/office/drawing/2014/main" id="{4D2C9C7C-FB72-4A0A-8AD6-21AD0FF997F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Gerader Verbinder 303">
              <a:extLst>
                <a:ext uri="{FF2B5EF4-FFF2-40B4-BE49-F238E27FC236}">
                  <a16:creationId xmlns:a16="http://schemas.microsoft.com/office/drawing/2014/main" id="{0C7CF9FF-0632-483C-AB96-343672297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Gerader Verbinder 304">
              <a:extLst>
                <a:ext uri="{FF2B5EF4-FFF2-40B4-BE49-F238E27FC236}">
                  <a16:creationId xmlns:a16="http://schemas.microsoft.com/office/drawing/2014/main" id="{06663419-926A-47BA-9777-A9EB8975A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Gerader Verbinder 305">
              <a:extLst>
                <a:ext uri="{FF2B5EF4-FFF2-40B4-BE49-F238E27FC236}">
                  <a16:creationId xmlns:a16="http://schemas.microsoft.com/office/drawing/2014/main" id="{4AC68759-D7E0-44C3-BE03-7EC4B84C5BA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Gerader Verbinder 306">
              <a:extLst>
                <a:ext uri="{FF2B5EF4-FFF2-40B4-BE49-F238E27FC236}">
                  <a16:creationId xmlns:a16="http://schemas.microsoft.com/office/drawing/2014/main" id="{FFA8760F-4733-47F4-B728-D571AD2E950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Gerader Verbinder 307">
              <a:extLst>
                <a:ext uri="{FF2B5EF4-FFF2-40B4-BE49-F238E27FC236}">
                  <a16:creationId xmlns:a16="http://schemas.microsoft.com/office/drawing/2014/main" id="{38BB69AB-62C4-4B7F-A189-DFF01C4AF9D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Gerader Verbinder 308">
              <a:extLst>
                <a:ext uri="{FF2B5EF4-FFF2-40B4-BE49-F238E27FC236}">
                  <a16:creationId xmlns:a16="http://schemas.microsoft.com/office/drawing/2014/main" id="{A2482B25-AC20-4E17-8CBA-31497B4428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Gerader Verbinder 309">
              <a:extLst>
                <a:ext uri="{FF2B5EF4-FFF2-40B4-BE49-F238E27FC236}">
                  <a16:creationId xmlns:a16="http://schemas.microsoft.com/office/drawing/2014/main" id="{F8D9E50D-1980-4910-93EE-27A292A48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Gerader Verbinder 310">
              <a:extLst>
                <a:ext uri="{FF2B5EF4-FFF2-40B4-BE49-F238E27FC236}">
                  <a16:creationId xmlns:a16="http://schemas.microsoft.com/office/drawing/2014/main" id="{60F19AF8-A6C1-4DF6-A683-2D2AC6EE75F4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Gerader Verbinder 311">
              <a:extLst>
                <a:ext uri="{FF2B5EF4-FFF2-40B4-BE49-F238E27FC236}">
                  <a16:creationId xmlns:a16="http://schemas.microsoft.com/office/drawing/2014/main" id="{DBDACD95-E1E9-42B7-A421-557DE3C335C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Gerader Verbinder 312">
              <a:extLst>
                <a:ext uri="{FF2B5EF4-FFF2-40B4-BE49-F238E27FC236}">
                  <a16:creationId xmlns:a16="http://schemas.microsoft.com/office/drawing/2014/main" id="{2DB24744-014B-4FAA-8475-D1AFF2367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Gerader Verbinder 313">
              <a:extLst>
                <a:ext uri="{FF2B5EF4-FFF2-40B4-BE49-F238E27FC236}">
                  <a16:creationId xmlns:a16="http://schemas.microsoft.com/office/drawing/2014/main" id="{CC7C6AB2-FBC5-4C5F-866D-244F09B51C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Gerader Verbinder 314">
              <a:extLst>
                <a:ext uri="{FF2B5EF4-FFF2-40B4-BE49-F238E27FC236}">
                  <a16:creationId xmlns:a16="http://schemas.microsoft.com/office/drawing/2014/main" id="{624F652D-4C76-40ED-87B7-D09E50FE338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Gerader Verbinder 315">
              <a:extLst>
                <a:ext uri="{FF2B5EF4-FFF2-40B4-BE49-F238E27FC236}">
                  <a16:creationId xmlns:a16="http://schemas.microsoft.com/office/drawing/2014/main" id="{CC18DD16-CA99-47F4-B9C0-4CC2136C5D3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Gerader Verbinder 316">
              <a:extLst>
                <a:ext uri="{FF2B5EF4-FFF2-40B4-BE49-F238E27FC236}">
                  <a16:creationId xmlns:a16="http://schemas.microsoft.com/office/drawing/2014/main" id="{8EC6D851-0EC0-4DB5-AB4A-05DB1FA8AA1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Gerader Verbinder 317">
              <a:extLst>
                <a:ext uri="{FF2B5EF4-FFF2-40B4-BE49-F238E27FC236}">
                  <a16:creationId xmlns:a16="http://schemas.microsoft.com/office/drawing/2014/main" id="{756A2B7B-691A-43D5-8D2B-9A71F90F4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Gerader Verbinder 318">
              <a:extLst>
                <a:ext uri="{FF2B5EF4-FFF2-40B4-BE49-F238E27FC236}">
                  <a16:creationId xmlns:a16="http://schemas.microsoft.com/office/drawing/2014/main" id="{3076A663-B08E-4BFA-AC10-8B5D79BA7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Gerader Verbinder 319">
              <a:extLst>
                <a:ext uri="{FF2B5EF4-FFF2-40B4-BE49-F238E27FC236}">
                  <a16:creationId xmlns:a16="http://schemas.microsoft.com/office/drawing/2014/main" id="{20EC0698-C282-40B3-B979-E6F4478B94D8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Gerader Verbinder 320">
              <a:extLst>
                <a:ext uri="{FF2B5EF4-FFF2-40B4-BE49-F238E27FC236}">
                  <a16:creationId xmlns:a16="http://schemas.microsoft.com/office/drawing/2014/main" id="{482E05F6-93F5-45E4-8AB3-CB9936F3802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Gerader Verbinder 321">
              <a:extLst>
                <a:ext uri="{FF2B5EF4-FFF2-40B4-BE49-F238E27FC236}">
                  <a16:creationId xmlns:a16="http://schemas.microsoft.com/office/drawing/2014/main" id="{4A625F52-2289-4B74-822A-0EB65A6D5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Gerader Verbinder 322">
              <a:extLst>
                <a:ext uri="{FF2B5EF4-FFF2-40B4-BE49-F238E27FC236}">
                  <a16:creationId xmlns:a16="http://schemas.microsoft.com/office/drawing/2014/main" id="{480F0E40-1336-4167-BC25-D811D2976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Gerader Verbinder 323">
              <a:extLst>
                <a:ext uri="{FF2B5EF4-FFF2-40B4-BE49-F238E27FC236}">
                  <a16:creationId xmlns:a16="http://schemas.microsoft.com/office/drawing/2014/main" id="{2EDB25ED-732C-4ACE-BC43-FB99169D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Gerader Verbinder 324">
              <a:extLst>
                <a:ext uri="{FF2B5EF4-FFF2-40B4-BE49-F238E27FC236}">
                  <a16:creationId xmlns:a16="http://schemas.microsoft.com/office/drawing/2014/main" id="{0CB050A0-9368-4BFA-9CA8-860A0D7B16C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Gerader Verbinder 325">
              <a:extLst>
                <a:ext uri="{FF2B5EF4-FFF2-40B4-BE49-F238E27FC236}">
                  <a16:creationId xmlns:a16="http://schemas.microsoft.com/office/drawing/2014/main" id="{E2394EA9-4375-440F-B7D5-9246FAE43B6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Gerader Verbinder 326">
              <a:extLst>
                <a:ext uri="{FF2B5EF4-FFF2-40B4-BE49-F238E27FC236}">
                  <a16:creationId xmlns:a16="http://schemas.microsoft.com/office/drawing/2014/main" id="{D70B4940-25AE-47BF-BA2C-3197A59DB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Gerader Verbinder 327">
              <a:extLst>
                <a:ext uri="{FF2B5EF4-FFF2-40B4-BE49-F238E27FC236}">
                  <a16:creationId xmlns:a16="http://schemas.microsoft.com/office/drawing/2014/main" id="{EB5B1FD8-AC5C-4973-927D-6F8AECEEE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Gerader Verbinder 328">
              <a:extLst>
                <a:ext uri="{FF2B5EF4-FFF2-40B4-BE49-F238E27FC236}">
                  <a16:creationId xmlns:a16="http://schemas.microsoft.com/office/drawing/2014/main" id="{50AF11C4-DBD8-406E-BAED-A78647ED8629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Gerader Verbinder 329">
              <a:extLst>
                <a:ext uri="{FF2B5EF4-FFF2-40B4-BE49-F238E27FC236}">
                  <a16:creationId xmlns:a16="http://schemas.microsoft.com/office/drawing/2014/main" id="{F20C0883-56D8-4E3E-A17C-C6A22E12BAE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Gerader Verbinder 330">
              <a:extLst>
                <a:ext uri="{FF2B5EF4-FFF2-40B4-BE49-F238E27FC236}">
                  <a16:creationId xmlns:a16="http://schemas.microsoft.com/office/drawing/2014/main" id="{CC71C5D7-5243-40D7-AC05-7482A2680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Gerader Verbinder 331">
              <a:extLst>
                <a:ext uri="{FF2B5EF4-FFF2-40B4-BE49-F238E27FC236}">
                  <a16:creationId xmlns:a16="http://schemas.microsoft.com/office/drawing/2014/main" id="{E641CC05-A0D5-4226-AE77-6FFA707B8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Gerader Verbinder 332">
              <a:extLst>
                <a:ext uri="{FF2B5EF4-FFF2-40B4-BE49-F238E27FC236}">
                  <a16:creationId xmlns:a16="http://schemas.microsoft.com/office/drawing/2014/main" id="{03F6AF93-3E01-4E1E-B228-B48F102944E5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Gerader Verbinder 333">
              <a:extLst>
                <a:ext uri="{FF2B5EF4-FFF2-40B4-BE49-F238E27FC236}">
                  <a16:creationId xmlns:a16="http://schemas.microsoft.com/office/drawing/2014/main" id="{4EB5B51B-1DF7-4563-BB72-1A154105074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Gerader Verbinder 334">
              <a:extLst>
                <a:ext uri="{FF2B5EF4-FFF2-40B4-BE49-F238E27FC236}">
                  <a16:creationId xmlns:a16="http://schemas.microsoft.com/office/drawing/2014/main" id="{7D4A5526-7968-48F9-910F-21CF0A320FB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Gerader Verbinder 335">
              <a:extLst>
                <a:ext uri="{FF2B5EF4-FFF2-40B4-BE49-F238E27FC236}">
                  <a16:creationId xmlns:a16="http://schemas.microsoft.com/office/drawing/2014/main" id="{ABBDD24A-DF19-47CB-868B-C96A46BE5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Gerader Verbinder 336">
              <a:extLst>
                <a:ext uri="{FF2B5EF4-FFF2-40B4-BE49-F238E27FC236}">
                  <a16:creationId xmlns:a16="http://schemas.microsoft.com/office/drawing/2014/main" id="{699ABA93-780E-4DAA-A430-8A05C76AD7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Gerader Verbinder 337">
              <a:extLst>
                <a:ext uri="{FF2B5EF4-FFF2-40B4-BE49-F238E27FC236}">
                  <a16:creationId xmlns:a16="http://schemas.microsoft.com/office/drawing/2014/main" id="{35B741B1-7694-45B9-851C-C5BC7CE433F7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Gerader Verbinder 338">
              <a:extLst>
                <a:ext uri="{FF2B5EF4-FFF2-40B4-BE49-F238E27FC236}">
                  <a16:creationId xmlns:a16="http://schemas.microsoft.com/office/drawing/2014/main" id="{EA584411-ED43-4B95-A6C7-1DA4E1EEAC4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Gerader Verbinder 339">
              <a:extLst>
                <a:ext uri="{FF2B5EF4-FFF2-40B4-BE49-F238E27FC236}">
                  <a16:creationId xmlns:a16="http://schemas.microsoft.com/office/drawing/2014/main" id="{B5E7B506-62B3-486D-B742-F76F1DA738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Gerader Verbinder 340">
              <a:extLst>
                <a:ext uri="{FF2B5EF4-FFF2-40B4-BE49-F238E27FC236}">
                  <a16:creationId xmlns:a16="http://schemas.microsoft.com/office/drawing/2014/main" id="{28F0169B-C89B-4AF3-8736-D8FE1A1D63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Gerader Verbinder 341">
              <a:extLst>
                <a:ext uri="{FF2B5EF4-FFF2-40B4-BE49-F238E27FC236}">
                  <a16:creationId xmlns:a16="http://schemas.microsoft.com/office/drawing/2014/main" id="{45A73E5C-CFB0-453C-9317-00EB4A50122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Gerader Verbinder 342">
              <a:extLst>
                <a:ext uri="{FF2B5EF4-FFF2-40B4-BE49-F238E27FC236}">
                  <a16:creationId xmlns:a16="http://schemas.microsoft.com/office/drawing/2014/main" id="{F666BED2-7CCF-43A6-BA7A-7998EF6257EF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Gerader Verbinder 343">
              <a:extLst>
                <a:ext uri="{FF2B5EF4-FFF2-40B4-BE49-F238E27FC236}">
                  <a16:creationId xmlns:a16="http://schemas.microsoft.com/office/drawing/2014/main" id="{119BE62E-3598-4202-ABA8-7B565DA67F9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Gerader Verbinder 344">
              <a:extLst>
                <a:ext uri="{FF2B5EF4-FFF2-40B4-BE49-F238E27FC236}">
                  <a16:creationId xmlns:a16="http://schemas.microsoft.com/office/drawing/2014/main" id="{DA082660-C9E3-480D-92BA-EFB0305C3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Gerader Verbinder 345">
              <a:extLst>
                <a:ext uri="{FF2B5EF4-FFF2-40B4-BE49-F238E27FC236}">
                  <a16:creationId xmlns:a16="http://schemas.microsoft.com/office/drawing/2014/main" id="{A291EEAE-F87A-41AF-A4FA-56E3677F8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" name="Gruppieren 346">
            <a:extLst>
              <a:ext uri="{FF2B5EF4-FFF2-40B4-BE49-F238E27FC236}">
                <a16:creationId xmlns:a16="http://schemas.microsoft.com/office/drawing/2014/main" id="{85464E1B-8B0B-4D66-BE53-075FE25651FB}"/>
              </a:ext>
            </a:extLst>
          </p:cNvPr>
          <p:cNvGrpSpPr/>
          <p:nvPr/>
        </p:nvGrpSpPr>
        <p:grpSpPr>
          <a:xfrm>
            <a:off x="6294121" y="3685305"/>
            <a:ext cx="3730229" cy="3921995"/>
            <a:chOff x="-456087" y="-2624137"/>
            <a:chExt cx="12960000" cy="12953349"/>
          </a:xfrm>
        </p:grpSpPr>
        <p:cxnSp>
          <p:nvCxnSpPr>
            <p:cNvPr id="348" name="Gerader Verbinder 347">
              <a:extLst>
                <a:ext uri="{FF2B5EF4-FFF2-40B4-BE49-F238E27FC236}">
                  <a16:creationId xmlns:a16="http://schemas.microsoft.com/office/drawing/2014/main" id="{0F944670-776C-4626-BF36-16F46835A0C7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Gerader Verbinder 348">
              <a:extLst>
                <a:ext uri="{FF2B5EF4-FFF2-40B4-BE49-F238E27FC236}">
                  <a16:creationId xmlns:a16="http://schemas.microsoft.com/office/drawing/2014/main" id="{1CDFC990-7FC3-4D33-9501-7A669DB4BE8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Gerader Verbinder 349">
              <a:extLst>
                <a:ext uri="{FF2B5EF4-FFF2-40B4-BE49-F238E27FC236}">
                  <a16:creationId xmlns:a16="http://schemas.microsoft.com/office/drawing/2014/main" id="{DC3EF434-A70A-43E4-B707-0FD27904E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Gerader Verbinder 350">
              <a:extLst>
                <a:ext uri="{FF2B5EF4-FFF2-40B4-BE49-F238E27FC236}">
                  <a16:creationId xmlns:a16="http://schemas.microsoft.com/office/drawing/2014/main" id="{C51C0EDC-48CF-4637-9890-0E68C0DDB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Gerader Verbinder 351">
              <a:extLst>
                <a:ext uri="{FF2B5EF4-FFF2-40B4-BE49-F238E27FC236}">
                  <a16:creationId xmlns:a16="http://schemas.microsoft.com/office/drawing/2014/main" id="{D4B805A5-96D1-48FA-B096-B587AD3E379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Gerader Verbinder 352">
              <a:extLst>
                <a:ext uri="{FF2B5EF4-FFF2-40B4-BE49-F238E27FC236}">
                  <a16:creationId xmlns:a16="http://schemas.microsoft.com/office/drawing/2014/main" id="{BEE202DA-B1B5-448D-8918-E38A6F1AAF8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Gerader Verbinder 353">
              <a:extLst>
                <a:ext uri="{FF2B5EF4-FFF2-40B4-BE49-F238E27FC236}">
                  <a16:creationId xmlns:a16="http://schemas.microsoft.com/office/drawing/2014/main" id="{EF66D4F8-E31B-4DC8-A467-2CEC86EE5FC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Gerader Verbinder 354">
              <a:extLst>
                <a:ext uri="{FF2B5EF4-FFF2-40B4-BE49-F238E27FC236}">
                  <a16:creationId xmlns:a16="http://schemas.microsoft.com/office/drawing/2014/main" id="{5382166C-80DC-46C6-A580-86CA5B4107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Gerader Verbinder 355">
              <a:extLst>
                <a:ext uri="{FF2B5EF4-FFF2-40B4-BE49-F238E27FC236}">
                  <a16:creationId xmlns:a16="http://schemas.microsoft.com/office/drawing/2014/main" id="{8310037E-D499-442D-8101-A2C101682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Gerader Verbinder 356">
              <a:extLst>
                <a:ext uri="{FF2B5EF4-FFF2-40B4-BE49-F238E27FC236}">
                  <a16:creationId xmlns:a16="http://schemas.microsoft.com/office/drawing/2014/main" id="{64BEFB31-2257-42C7-A5B4-E0F1D0376342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Gerader Verbinder 357">
              <a:extLst>
                <a:ext uri="{FF2B5EF4-FFF2-40B4-BE49-F238E27FC236}">
                  <a16:creationId xmlns:a16="http://schemas.microsoft.com/office/drawing/2014/main" id="{761020E7-5421-468E-A928-5D795AC5F1E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Gerader Verbinder 358">
              <a:extLst>
                <a:ext uri="{FF2B5EF4-FFF2-40B4-BE49-F238E27FC236}">
                  <a16:creationId xmlns:a16="http://schemas.microsoft.com/office/drawing/2014/main" id="{DFF1A909-8C84-4EA0-BD30-0DC2A30A8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Gerader Verbinder 359">
              <a:extLst>
                <a:ext uri="{FF2B5EF4-FFF2-40B4-BE49-F238E27FC236}">
                  <a16:creationId xmlns:a16="http://schemas.microsoft.com/office/drawing/2014/main" id="{B358C2D5-7BB7-450C-8479-22EBF8FD7E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Gerader Verbinder 360">
              <a:extLst>
                <a:ext uri="{FF2B5EF4-FFF2-40B4-BE49-F238E27FC236}">
                  <a16:creationId xmlns:a16="http://schemas.microsoft.com/office/drawing/2014/main" id="{5D1A4080-8875-447D-9B64-3AB83B24762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Gerader Verbinder 361">
              <a:extLst>
                <a:ext uri="{FF2B5EF4-FFF2-40B4-BE49-F238E27FC236}">
                  <a16:creationId xmlns:a16="http://schemas.microsoft.com/office/drawing/2014/main" id="{951ED5F1-59ED-4481-928D-F8E8F6A23C9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Gerader Verbinder 362">
              <a:extLst>
                <a:ext uri="{FF2B5EF4-FFF2-40B4-BE49-F238E27FC236}">
                  <a16:creationId xmlns:a16="http://schemas.microsoft.com/office/drawing/2014/main" id="{A1D8F060-9F44-4E59-8187-4E9A1C8F4B0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Gerader Verbinder 363">
              <a:extLst>
                <a:ext uri="{FF2B5EF4-FFF2-40B4-BE49-F238E27FC236}">
                  <a16:creationId xmlns:a16="http://schemas.microsoft.com/office/drawing/2014/main" id="{F988AD05-E38B-4502-B96C-A8D4008C4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Gerader Verbinder 364">
              <a:extLst>
                <a:ext uri="{FF2B5EF4-FFF2-40B4-BE49-F238E27FC236}">
                  <a16:creationId xmlns:a16="http://schemas.microsoft.com/office/drawing/2014/main" id="{7F586D56-9112-4632-8C2C-A8EF9AC2A1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Gerader Verbinder 365">
              <a:extLst>
                <a:ext uri="{FF2B5EF4-FFF2-40B4-BE49-F238E27FC236}">
                  <a16:creationId xmlns:a16="http://schemas.microsoft.com/office/drawing/2014/main" id="{47ABB777-A87C-4A42-B4FC-59CB0A56B3B9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Gerader Verbinder 366">
              <a:extLst>
                <a:ext uri="{FF2B5EF4-FFF2-40B4-BE49-F238E27FC236}">
                  <a16:creationId xmlns:a16="http://schemas.microsoft.com/office/drawing/2014/main" id="{60D1C347-BDA7-4074-BAE2-C146F7CBFE4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Gerader Verbinder 367">
              <a:extLst>
                <a:ext uri="{FF2B5EF4-FFF2-40B4-BE49-F238E27FC236}">
                  <a16:creationId xmlns:a16="http://schemas.microsoft.com/office/drawing/2014/main" id="{7ED913CC-90F5-44AA-A18C-BB07BCF99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Gerader Verbinder 368">
              <a:extLst>
                <a:ext uri="{FF2B5EF4-FFF2-40B4-BE49-F238E27FC236}">
                  <a16:creationId xmlns:a16="http://schemas.microsoft.com/office/drawing/2014/main" id="{047EA08E-F635-4480-AB54-19701F636C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Gerader Verbinder 369">
              <a:extLst>
                <a:ext uri="{FF2B5EF4-FFF2-40B4-BE49-F238E27FC236}">
                  <a16:creationId xmlns:a16="http://schemas.microsoft.com/office/drawing/2014/main" id="{DE38DEA6-A661-428B-9FED-36F6BA67BD9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Gerader Verbinder 370">
              <a:extLst>
                <a:ext uri="{FF2B5EF4-FFF2-40B4-BE49-F238E27FC236}">
                  <a16:creationId xmlns:a16="http://schemas.microsoft.com/office/drawing/2014/main" id="{140E2CF5-9660-4D05-A258-CB4DB80E42E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Gerader Verbinder 371">
              <a:extLst>
                <a:ext uri="{FF2B5EF4-FFF2-40B4-BE49-F238E27FC236}">
                  <a16:creationId xmlns:a16="http://schemas.microsoft.com/office/drawing/2014/main" id="{7310D8B9-FCB3-414B-8C86-C8B1E5D572DB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Gerader Verbinder 372">
              <a:extLst>
                <a:ext uri="{FF2B5EF4-FFF2-40B4-BE49-F238E27FC236}">
                  <a16:creationId xmlns:a16="http://schemas.microsoft.com/office/drawing/2014/main" id="{ED27F69E-CE7A-4BB4-BB22-D656955A0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Gerader Verbinder 373">
              <a:extLst>
                <a:ext uri="{FF2B5EF4-FFF2-40B4-BE49-F238E27FC236}">
                  <a16:creationId xmlns:a16="http://schemas.microsoft.com/office/drawing/2014/main" id="{C81F2DFC-5CC8-4DEE-A7C6-A162ACA48A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Gerader Verbinder 374">
              <a:extLst>
                <a:ext uri="{FF2B5EF4-FFF2-40B4-BE49-F238E27FC236}">
                  <a16:creationId xmlns:a16="http://schemas.microsoft.com/office/drawing/2014/main" id="{AA058A3C-B711-477E-A77D-3C114314ECA4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Gerader Verbinder 375">
              <a:extLst>
                <a:ext uri="{FF2B5EF4-FFF2-40B4-BE49-F238E27FC236}">
                  <a16:creationId xmlns:a16="http://schemas.microsoft.com/office/drawing/2014/main" id="{FFE846CF-1481-4ED9-8BC3-45C35C236E1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Gerader Verbinder 376">
              <a:extLst>
                <a:ext uri="{FF2B5EF4-FFF2-40B4-BE49-F238E27FC236}">
                  <a16:creationId xmlns:a16="http://schemas.microsoft.com/office/drawing/2014/main" id="{6229D980-7197-4758-BCD6-9F8982B57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Gerader Verbinder 377">
              <a:extLst>
                <a:ext uri="{FF2B5EF4-FFF2-40B4-BE49-F238E27FC236}">
                  <a16:creationId xmlns:a16="http://schemas.microsoft.com/office/drawing/2014/main" id="{02E660BA-D076-444E-97D0-2185A9751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Gerader Verbinder 378">
              <a:extLst>
                <a:ext uri="{FF2B5EF4-FFF2-40B4-BE49-F238E27FC236}">
                  <a16:creationId xmlns:a16="http://schemas.microsoft.com/office/drawing/2014/main" id="{BB31FDDA-B845-4964-887D-EF3A8CB1DBA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Gerader Verbinder 379">
              <a:extLst>
                <a:ext uri="{FF2B5EF4-FFF2-40B4-BE49-F238E27FC236}">
                  <a16:creationId xmlns:a16="http://schemas.microsoft.com/office/drawing/2014/main" id="{8BA84105-545B-4372-BF40-64594849CA7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Gerader Verbinder 380">
              <a:extLst>
                <a:ext uri="{FF2B5EF4-FFF2-40B4-BE49-F238E27FC236}">
                  <a16:creationId xmlns:a16="http://schemas.microsoft.com/office/drawing/2014/main" id="{788709AC-AFE9-42B3-8F2E-8C30D98E4C6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Gerader Verbinder 381">
              <a:extLst>
                <a:ext uri="{FF2B5EF4-FFF2-40B4-BE49-F238E27FC236}">
                  <a16:creationId xmlns:a16="http://schemas.microsoft.com/office/drawing/2014/main" id="{8FB03872-B84B-4F63-A8FF-783F53F576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Gerader Verbinder 382">
              <a:extLst>
                <a:ext uri="{FF2B5EF4-FFF2-40B4-BE49-F238E27FC236}">
                  <a16:creationId xmlns:a16="http://schemas.microsoft.com/office/drawing/2014/main" id="{B123F757-E0C8-4CAC-B7A9-CDED3DCF8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Gerader Verbinder 383">
              <a:extLst>
                <a:ext uri="{FF2B5EF4-FFF2-40B4-BE49-F238E27FC236}">
                  <a16:creationId xmlns:a16="http://schemas.microsoft.com/office/drawing/2014/main" id="{C2AF9ECD-54FA-47BC-AA4B-8E57D0A8176B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Gerader Verbinder 384">
              <a:extLst>
                <a:ext uri="{FF2B5EF4-FFF2-40B4-BE49-F238E27FC236}">
                  <a16:creationId xmlns:a16="http://schemas.microsoft.com/office/drawing/2014/main" id="{6AD1435D-088A-4851-9BEA-59984CD575A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Gerader Verbinder 385">
              <a:extLst>
                <a:ext uri="{FF2B5EF4-FFF2-40B4-BE49-F238E27FC236}">
                  <a16:creationId xmlns:a16="http://schemas.microsoft.com/office/drawing/2014/main" id="{57E739A4-4A1A-4AF2-93C3-1B607B1BEA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Gerader Verbinder 386">
              <a:extLst>
                <a:ext uri="{FF2B5EF4-FFF2-40B4-BE49-F238E27FC236}">
                  <a16:creationId xmlns:a16="http://schemas.microsoft.com/office/drawing/2014/main" id="{064AD506-9269-4657-A401-B2C6510F3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Gerader Verbinder 387">
              <a:extLst>
                <a:ext uri="{FF2B5EF4-FFF2-40B4-BE49-F238E27FC236}">
                  <a16:creationId xmlns:a16="http://schemas.microsoft.com/office/drawing/2014/main" id="{8942470F-BC51-48A5-A343-B02AC877DBB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Gerader Verbinder 388">
              <a:extLst>
                <a:ext uri="{FF2B5EF4-FFF2-40B4-BE49-F238E27FC236}">
                  <a16:creationId xmlns:a16="http://schemas.microsoft.com/office/drawing/2014/main" id="{D77A0A7B-8E66-4BE2-BCDA-46D1F94DA72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Gerader Verbinder 389">
              <a:extLst>
                <a:ext uri="{FF2B5EF4-FFF2-40B4-BE49-F238E27FC236}">
                  <a16:creationId xmlns:a16="http://schemas.microsoft.com/office/drawing/2014/main" id="{F00CFEBE-DB55-4F53-9F42-9E802801C22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Gerader Verbinder 390">
              <a:extLst>
                <a:ext uri="{FF2B5EF4-FFF2-40B4-BE49-F238E27FC236}">
                  <a16:creationId xmlns:a16="http://schemas.microsoft.com/office/drawing/2014/main" id="{45D3C80C-ED92-4DF7-9AC9-E21E95874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Gerader Verbinder 391">
              <a:extLst>
                <a:ext uri="{FF2B5EF4-FFF2-40B4-BE49-F238E27FC236}">
                  <a16:creationId xmlns:a16="http://schemas.microsoft.com/office/drawing/2014/main" id="{A226BDF7-D873-4F75-8815-A31F82F7C9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Gerader Verbinder 392">
              <a:extLst>
                <a:ext uri="{FF2B5EF4-FFF2-40B4-BE49-F238E27FC236}">
                  <a16:creationId xmlns:a16="http://schemas.microsoft.com/office/drawing/2014/main" id="{612E71BF-7AFB-4D13-9AA8-B000DC043C59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Gerader Verbinder 393">
              <a:extLst>
                <a:ext uri="{FF2B5EF4-FFF2-40B4-BE49-F238E27FC236}">
                  <a16:creationId xmlns:a16="http://schemas.microsoft.com/office/drawing/2014/main" id="{9864CABB-E0D9-4DF0-8CF2-2326ADEA795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Gerader Verbinder 394">
              <a:extLst>
                <a:ext uri="{FF2B5EF4-FFF2-40B4-BE49-F238E27FC236}">
                  <a16:creationId xmlns:a16="http://schemas.microsoft.com/office/drawing/2014/main" id="{D32C744E-F9CD-4507-A9FC-1513D0E74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Gerader Verbinder 395">
              <a:extLst>
                <a:ext uri="{FF2B5EF4-FFF2-40B4-BE49-F238E27FC236}">
                  <a16:creationId xmlns:a16="http://schemas.microsoft.com/office/drawing/2014/main" id="{CB0210ED-0A32-482F-97EE-0D3F277FC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Gerader Verbinder 396">
              <a:extLst>
                <a:ext uri="{FF2B5EF4-FFF2-40B4-BE49-F238E27FC236}">
                  <a16:creationId xmlns:a16="http://schemas.microsoft.com/office/drawing/2014/main" id="{7E31FFAE-00D1-4FA7-843F-71E683693C8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Gerader Verbinder 397">
              <a:extLst>
                <a:ext uri="{FF2B5EF4-FFF2-40B4-BE49-F238E27FC236}">
                  <a16:creationId xmlns:a16="http://schemas.microsoft.com/office/drawing/2014/main" id="{3CD694F0-2CC9-4ECD-BD6D-DD128F79F45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Gerader Verbinder 398">
              <a:extLst>
                <a:ext uri="{FF2B5EF4-FFF2-40B4-BE49-F238E27FC236}">
                  <a16:creationId xmlns:a16="http://schemas.microsoft.com/office/drawing/2014/main" id="{B029EEC3-1D35-4FED-9CF5-13F6BD0ABFB1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Gerader Verbinder 399">
              <a:extLst>
                <a:ext uri="{FF2B5EF4-FFF2-40B4-BE49-F238E27FC236}">
                  <a16:creationId xmlns:a16="http://schemas.microsoft.com/office/drawing/2014/main" id="{2622E152-0EC4-4CB0-BB32-C900255500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Gerader Verbinder 400">
              <a:extLst>
                <a:ext uri="{FF2B5EF4-FFF2-40B4-BE49-F238E27FC236}">
                  <a16:creationId xmlns:a16="http://schemas.microsoft.com/office/drawing/2014/main" id="{90F0047A-17C0-47B4-A00D-1288BBD33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Gerader Verbinder 401">
              <a:extLst>
                <a:ext uri="{FF2B5EF4-FFF2-40B4-BE49-F238E27FC236}">
                  <a16:creationId xmlns:a16="http://schemas.microsoft.com/office/drawing/2014/main" id="{78C1CEAB-10D5-4A9A-A733-BBAF59E219B1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Gerader Verbinder 402">
              <a:extLst>
                <a:ext uri="{FF2B5EF4-FFF2-40B4-BE49-F238E27FC236}">
                  <a16:creationId xmlns:a16="http://schemas.microsoft.com/office/drawing/2014/main" id="{FEF8B2DA-ADC3-4A18-B3C8-40CB54788EB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Gerader Verbinder 403">
              <a:extLst>
                <a:ext uri="{FF2B5EF4-FFF2-40B4-BE49-F238E27FC236}">
                  <a16:creationId xmlns:a16="http://schemas.microsoft.com/office/drawing/2014/main" id="{6445D959-94C9-4A57-8CE5-57798FB030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Gerader Verbinder 404">
              <a:extLst>
                <a:ext uri="{FF2B5EF4-FFF2-40B4-BE49-F238E27FC236}">
                  <a16:creationId xmlns:a16="http://schemas.microsoft.com/office/drawing/2014/main" id="{5B651459-56C0-4DA6-8567-CAE4D7DAF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Gerader Verbinder 405">
              <a:extLst>
                <a:ext uri="{FF2B5EF4-FFF2-40B4-BE49-F238E27FC236}">
                  <a16:creationId xmlns:a16="http://schemas.microsoft.com/office/drawing/2014/main" id="{DC8F2D2D-1C91-4697-B05E-DA78C370247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Gerader Verbinder 406">
              <a:extLst>
                <a:ext uri="{FF2B5EF4-FFF2-40B4-BE49-F238E27FC236}">
                  <a16:creationId xmlns:a16="http://schemas.microsoft.com/office/drawing/2014/main" id="{36FF7BB2-29DE-4315-A22A-9C85666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Gerader Verbinder 407">
              <a:extLst>
                <a:ext uri="{FF2B5EF4-FFF2-40B4-BE49-F238E27FC236}">
                  <a16:creationId xmlns:a16="http://schemas.microsoft.com/office/drawing/2014/main" id="{18ADF3BF-DFEA-4838-B1D5-6C8E0687BB9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Gerader Verbinder 408">
              <a:extLst>
                <a:ext uri="{FF2B5EF4-FFF2-40B4-BE49-F238E27FC236}">
                  <a16:creationId xmlns:a16="http://schemas.microsoft.com/office/drawing/2014/main" id="{44922EAF-4B6B-4FB4-95D7-AE5A989F3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Gerader Verbinder 409">
              <a:extLst>
                <a:ext uri="{FF2B5EF4-FFF2-40B4-BE49-F238E27FC236}">
                  <a16:creationId xmlns:a16="http://schemas.microsoft.com/office/drawing/2014/main" id="{35A7995B-51CD-4BE7-ADC4-167530F679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Gerader Verbinder 410">
              <a:extLst>
                <a:ext uri="{FF2B5EF4-FFF2-40B4-BE49-F238E27FC236}">
                  <a16:creationId xmlns:a16="http://schemas.microsoft.com/office/drawing/2014/main" id="{76F59A57-F548-4BC8-BD8D-24E68A2C5274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Gerader Verbinder 411">
              <a:extLst>
                <a:ext uri="{FF2B5EF4-FFF2-40B4-BE49-F238E27FC236}">
                  <a16:creationId xmlns:a16="http://schemas.microsoft.com/office/drawing/2014/main" id="{3991901E-02AA-4AE7-9775-F28CAA1565B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Gerader Verbinder 412">
              <a:extLst>
                <a:ext uri="{FF2B5EF4-FFF2-40B4-BE49-F238E27FC236}">
                  <a16:creationId xmlns:a16="http://schemas.microsoft.com/office/drawing/2014/main" id="{2036C33C-57EC-42B1-9EDF-F108602F4B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Gerader Verbinder 413">
              <a:extLst>
                <a:ext uri="{FF2B5EF4-FFF2-40B4-BE49-F238E27FC236}">
                  <a16:creationId xmlns:a16="http://schemas.microsoft.com/office/drawing/2014/main" id="{0375D82E-10EE-4E70-823B-EF83A8167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Gerader Verbinder 414">
              <a:extLst>
                <a:ext uri="{FF2B5EF4-FFF2-40B4-BE49-F238E27FC236}">
                  <a16:creationId xmlns:a16="http://schemas.microsoft.com/office/drawing/2014/main" id="{C2493A18-3258-4B9E-972F-A0213CF707D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Gerader Verbinder 415">
              <a:extLst>
                <a:ext uri="{FF2B5EF4-FFF2-40B4-BE49-F238E27FC236}">
                  <a16:creationId xmlns:a16="http://schemas.microsoft.com/office/drawing/2014/main" id="{884A5209-3C63-4E88-BA9C-52A6DDD0929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Gerader Verbinder 416">
              <a:extLst>
                <a:ext uri="{FF2B5EF4-FFF2-40B4-BE49-F238E27FC236}">
                  <a16:creationId xmlns:a16="http://schemas.microsoft.com/office/drawing/2014/main" id="{210C0F73-ED77-4188-B454-84E63FD34DE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Gerader Verbinder 417">
              <a:extLst>
                <a:ext uri="{FF2B5EF4-FFF2-40B4-BE49-F238E27FC236}">
                  <a16:creationId xmlns:a16="http://schemas.microsoft.com/office/drawing/2014/main" id="{F9B00D61-16E8-4CF2-9FE2-4FD29EA34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Gerader Verbinder 418">
              <a:extLst>
                <a:ext uri="{FF2B5EF4-FFF2-40B4-BE49-F238E27FC236}">
                  <a16:creationId xmlns:a16="http://schemas.microsoft.com/office/drawing/2014/main" id="{42B5F19B-EE88-4DD6-99E6-E203C8E6A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Gerader Verbinder 419">
              <a:extLst>
                <a:ext uri="{FF2B5EF4-FFF2-40B4-BE49-F238E27FC236}">
                  <a16:creationId xmlns:a16="http://schemas.microsoft.com/office/drawing/2014/main" id="{B8BAA91C-9BE5-4E69-B111-7405C130AFCA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Gerader Verbinder 420">
              <a:extLst>
                <a:ext uri="{FF2B5EF4-FFF2-40B4-BE49-F238E27FC236}">
                  <a16:creationId xmlns:a16="http://schemas.microsoft.com/office/drawing/2014/main" id="{EFAF4144-113C-40F3-9EA0-59C560F3A7A5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Gerader Verbinder 421">
              <a:extLst>
                <a:ext uri="{FF2B5EF4-FFF2-40B4-BE49-F238E27FC236}">
                  <a16:creationId xmlns:a16="http://schemas.microsoft.com/office/drawing/2014/main" id="{41167DF7-DDE8-40EE-AE0D-7823C124F8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Gerader Verbinder 422">
              <a:extLst>
                <a:ext uri="{FF2B5EF4-FFF2-40B4-BE49-F238E27FC236}">
                  <a16:creationId xmlns:a16="http://schemas.microsoft.com/office/drawing/2014/main" id="{E50F2ED9-A60E-4E98-907F-FF53C9A9E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Gerader Verbinder 423">
              <a:extLst>
                <a:ext uri="{FF2B5EF4-FFF2-40B4-BE49-F238E27FC236}">
                  <a16:creationId xmlns:a16="http://schemas.microsoft.com/office/drawing/2014/main" id="{09D28532-0D89-4301-BF85-60E941C79DA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Gerader Verbinder 424">
              <a:extLst>
                <a:ext uri="{FF2B5EF4-FFF2-40B4-BE49-F238E27FC236}">
                  <a16:creationId xmlns:a16="http://schemas.microsoft.com/office/drawing/2014/main" id="{BB15818F-C157-4644-97A4-E9C1B80C5FB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Gerader Verbinder 425">
              <a:extLst>
                <a:ext uri="{FF2B5EF4-FFF2-40B4-BE49-F238E27FC236}">
                  <a16:creationId xmlns:a16="http://schemas.microsoft.com/office/drawing/2014/main" id="{56001605-1BB0-4655-BBC3-E6372675E745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Gerader Verbinder 426">
              <a:extLst>
                <a:ext uri="{FF2B5EF4-FFF2-40B4-BE49-F238E27FC236}">
                  <a16:creationId xmlns:a16="http://schemas.microsoft.com/office/drawing/2014/main" id="{1300466F-7D0E-494D-B29B-BD0B81316F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Gerader Verbinder 427">
              <a:extLst>
                <a:ext uri="{FF2B5EF4-FFF2-40B4-BE49-F238E27FC236}">
                  <a16:creationId xmlns:a16="http://schemas.microsoft.com/office/drawing/2014/main" id="{B1B82CCD-E221-4D94-9001-3CE7E4DAC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9" name="Gruppieren 428">
            <a:extLst>
              <a:ext uri="{FF2B5EF4-FFF2-40B4-BE49-F238E27FC236}">
                <a16:creationId xmlns:a16="http://schemas.microsoft.com/office/drawing/2014/main" id="{8B858AEB-B3B9-4AC8-B073-66257A86109E}"/>
              </a:ext>
            </a:extLst>
          </p:cNvPr>
          <p:cNvGrpSpPr/>
          <p:nvPr/>
        </p:nvGrpSpPr>
        <p:grpSpPr>
          <a:xfrm>
            <a:off x="10024348" y="3685305"/>
            <a:ext cx="3730229" cy="3921995"/>
            <a:chOff x="-456087" y="-2624137"/>
            <a:chExt cx="12960000" cy="12953349"/>
          </a:xfrm>
        </p:grpSpPr>
        <p:cxnSp>
          <p:nvCxnSpPr>
            <p:cNvPr id="430" name="Gerader Verbinder 429">
              <a:extLst>
                <a:ext uri="{FF2B5EF4-FFF2-40B4-BE49-F238E27FC236}">
                  <a16:creationId xmlns:a16="http://schemas.microsoft.com/office/drawing/2014/main" id="{66CCAA6A-0FAC-4677-9FDB-6CB5EACB6BB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Gerader Verbinder 430">
              <a:extLst>
                <a:ext uri="{FF2B5EF4-FFF2-40B4-BE49-F238E27FC236}">
                  <a16:creationId xmlns:a16="http://schemas.microsoft.com/office/drawing/2014/main" id="{BAB8C188-F6EF-427B-AD2E-D63EFA6EAFF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Gerader Verbinder 431">
              <a:extLst>
                <a:ext uri="{FF2B5EF4-FFF2-40B4-BE49-F238E27FC236}">
                  <a16:creationId xmlns:a16="http://schemas.microsoft.com/office/drawing/2014/main" id="{C13730C7-8BC4-4D40-A0ED-EBC9DFC7C1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Gerader Verbinder 432">
              <a:extLst>
                <a:ext uri="{FF2B5EF4-FFF2-40B4-BE49-F238E27FC236}">
                  <a16:creationId xmlns:a16="http://schemas.microsoft.com/office/drawing/2014/main" id="{7A3DA41B-54DE-4100-9CED-AC9D97F7A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Gerader Verbinder 433">
              <a:extLst>
                <a:ext uri="{FF2B5EF4-FFF2-40B4-BE49-F238E27FC236}">
                  <a16:creationId xmlns:a16="http://schemas.microsoft.com/office/drawing/2014/main" id="{FE83D501-7457-4A93-A426-739E344A399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Gerader Verbinder 434">
              <a:extLst>
                <a:ext uri="{FF2B5EF4-FFF2-40B4-BE49-F238E27FC236}">
                  <a16:creationId xmlns:a16="http://schemas.microsoft.com/office/drawing/2014/main" id="{0970A863-7144-474E-9C47-9AE831C22FB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Gerader Verbinder 435">
              <a:extLst>
                <a:ext uri="{FF2B5EF4-FFF2-40B4-BE49-F238E27FC236}">
                  <a16:creationId xmlns:a16="http://schemas.microsoft.com/office/drawing/2014/main" id="{32B04F8E-EB88-429E-9774-FAD606ED634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Gerader Verbinder 436">
              <a:extLst>
                <a:ext uri="{FF2B5EF4-FFF2-40B4-BE49-F238E27FC236}">
                  <a16:creationId xmlns:a16="http://schemas.microsoft.com/office/drawing/2014/main" id="{60575029-015A-4F5D-A21E-A099FA1AAE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Gerader Verbinder 437">
              <a:extLst>
                <a:ext uri="{FF2B5EF4-FFF2-40B4-BE49-F238E27FC236}">
                  <a16:creationId xmlns:a16="http://schemas.microsoft.com/office/drawing/2014/main" id="{EFD1BAD5-6F85-43B5-9B4C-A0870B55E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Gerader Verbinder 438">
              <a:extLst>
                <a:ext uri="{FF2B5EF4-FFF2-40B4-BE49-F238E27FC236}">
                  <a16:creationId xmlns:a16="http://schemas.microsoft.com/office/drawing/2014/main" id="{1C407535-F27F-47EA-B3DD-F5BE10669701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Gerader Verbinder 439">
              <a:extLst>
                <a:ext uri="{FF2B5EF4-FFF2-40B4-BE49-F238E27FC236}">
                  <a16:creationId xmlns:a16="http://schemas.microsoft.com/office/drawing/2014/main" id="{B3345EEE-F3C9-4CC1-A000-52E25073CA9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Gerader Verbinder 440">
              <a:extLst>
                <a:ext uri="{FF2B5EF4-FFF2-40B4-BE49-F238E27FC236}">
                  <a16:creationId xmlns:a16="http://schemas.microsoft.com/office/drawing/2014/main" id="{B85B26B9-F7CC-462D-A670-EF502C342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Gerader Verbinder 441">
              <a:extLst>
                <a:ext uri="{FF2B5EF4-FFF2-40B4-BE49-F238E27FC236}">
                  <a16:creationId xmlns:a16="http://schemas.microsoft.com/office/drawing/2014/main" id="{5CF1DA37-D390-4FDF-9B44-81A93983BC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Gerader Verbinder 442">
              <a:extLst>
                <a:ext uri="{FF2B5EF4-FFF2-40B4-BE49-F238E27FC236}">
                  <a16:creationId xmlns:a16="http://schemas.microsoft.com/office/drawing/2014/main" id="{FB6F7FCA-E2CF-4A07-9D81-519BBF235A4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Gerader Verbinder 443">
              <a:extLst>
                <a:ext uri="{FF2B5EF4-FFF2-40B4-BE49-F238E27FC236}">
                  <a16:creationId xmlns:a16="http://schemas.microsoft.com/office/drawing/2014/main" id="{9D6005FF-7664-4646-AF85-8D801FDBD786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Gerader Verbinder 444">
              <a:extLst>
                <a:ext uri="{FF2B5EF4-FFF2-40B4-BE49-F238E27FC236}">
                  <a16:creationId xmlns:a16="http://schemas.microsoft.com/office/drawing/2014/main" id="{B4978674-C193-4BF7-A78A-00A4199B6B8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Gerader Verbinder 445">
              <a:extLst>
                <a:ext uri="{FF2B5EF4-FFF2-40B4-BE49-F238E27FC236}">
                  <a16:creationId xmlns:a16="http://schemas.microsoft.com/office/drawing/2014/main" id="{1FABBD7E-AB92-449B-9DA0-9C1D8F39A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Gerader Verbinder 446">
              <a:extLst>
                <a:ext uri="{FF2B5EF4-FFF2-40B4-BE49-F238E27FC236}">
                  <a16:creationId xmlns:a16="http://schemas.microsoft.com/office/drawing/2014/main" id="{CB13CE16-80D4-45C1-9DD6-E45D63502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Gerader Verbinder 447">
              <a:extLst>
                <a:ext uri="{FF2B5EF4-FFF2-40B4-BE49-F238E27FC236}">
                  <a16:creationId xmlns:a16="http://schemas.microsoft.com/office/drawing/2014/main" id="{D6FE9C8D-4634-4EB3-89A5-B262A282B1DD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Gerader Verbinder 448">
              <a:extLst>
                <a:ext uri="{FF2B5EF4-FFF2-40B4-BE49-F238E27FC236}">
                  <a16:creationId xmlns:a16="http://schemas.microsoft.com/office/drawing/2014/main" id="{7DB09129-757D-4BF3-839B-AA344865543E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Gerader Verbinder 449">
              <a:extLst>
                <a:ext uri="{FF2B5EF4-FFF2-40B4-BE49-F238E27FC236}">
                  <a16:creationId xmlns:a16="http://schemas.microsoft.com/office/drawing/2014/main" id="{0521FE31-24FD-4968-91F6-94C4975301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Gerader Verbinder 450">
              <a:extLst>
                <a:ext uri="{FF2B5EF4-FFF2-40B4-BE49-F238E27FC236}">
                  <a16:creationId xmlns:a16="http://schemas.microsoft.com/office/drawing/2014/main" id="{A04DA8E4-07B9-48E8-B7B6-014941869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Gerader Verbinder 451">
              <a:extLst>
                <a:ext uri="{FF2B5EF4-FFF2-40B4-BE49-F238E27FC236}">
                  <a16:creationId xmlns:a16="http://schemas.microsoft.com/office/drawing/2014/main" id="{92B10718-2497-48D8-AB6E-7A2522790FA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Gerader Verbinder 452">
              <a:extLst>
                <a:ext uri="{FF2B5EF4-FFF2-40B4-BE49-F238E27FC236}">
                  <a16:creationId xmlns:a16="http://schemas.microsoft.com/office/drawing/2014/main" id="{DDFCD46D-93BC-479B-ACB4-AA2AE3BE3BA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Gerader Verbinder 453">
              <a:extLst>
                <a:ext uri="{FF2B5EF4-FFF2-40B4-BE49-F238E27FC236}">
                  <a16:creationId xmlns:a16="http://schemas.microsoft.com/office/drawing/2014/main" id="{3693CBC2-7E16-443C-9064-1C7B7C9C1BD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Gerader Verbinder 454">
              <a:extLst>
                <a:ext uri="{FF2B5EF4-FFF2-40B4-BE49-F238E27FC236}">
                  <a16:creationId xmlns:a16="http://schemas.microsoft.com/office/drawing/2014/main" id="{35A39714-1C68-471B-97F2-4CF6F9A8E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Gerader Verbinder 455">
              <a:extLst>
                <a:ext uri="{FF2B5EF4-FFF2-40B4-BE49-F238E27FC236}">
                  <a16:creationId xmlns:a16="http://schemas.microsoft.com/office/drawing/2014/main" id="{3F1C6F14-64E9-4177-8F9F-CFF2B8A1E4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Gerader Verbinder 456">
              <a:extLst>
                <a:ext uri="{FF2B5EF4-FFF2-40B4-BE49-F238E27FC236}">
                  <a16:creationId xmlns:a16="http://schemas.microsoft.com/office/drawing/2014/main" id="{C9C31DEA-3D52-4CA0-97D5-E9B7C6AF0389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Gerader Verbinder 457">
              <a:extLst>
                <a:ext uri="{FF2B5EF4-FFF2-40B4-BE49-F238E27FC236}">
                  <a16:creationId xmlns:a16="http://schemas.microsoft.com/office/drawing/2014/main" id="{7434AB8A-8980-4B0F-B9A7-2E0BFAB919B4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Gerader Verbinder 458">
              <a:extLst>
                <a:ext uri="{FF2B5EF4-FFF2-40B4-BE49-F238E27FC236}">
                  <a16:creationId xmlns:a16="http://schemas.microsoft.com/office/drawing/2014/main" id="{159CA924-B3B7-4AF7-9B41-5F84CF2DC7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Gerader Verbinder 459">
              <a:extLst>
                <a:ext uri="{FF2B5EF4-FFF2-40B4-BE49-F238E27FC236}">
                  <a16:creationId xmlns:a16="http://schemas.microsoft.com/office/drawing/2014/main" id="{63790329-1593-4E1C-B124-D05A3E00C4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Gerader Verbinder 460">
              <a:extLst>
                <a:ext uri="{FF2B5EF4-FFF2-40B4-BE49-F238E27FC236}">
                  <a16:creationId xmlns:a16="http://schemas.microsoft.com/office/drawing/2014/main" id="{1D27C3C8-7E5B-4267-AFDB-E764B402B63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Gerader Verbinder 461">
              <a:extLst>
                <a:ext uri="{FF2B5EF4-FFF2-40B4-BE49-F238E27FC236}">
                  <a16:creationId xmlns:a16="http://schemas.microsoft.com/office/drawing/2014/main" id="{F21EB31F-F600-4E28-9681-9E49D0DDCAE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Gerader Verbinder 462">
              <a:extLst>
                <a:ext uri="{FF2B5EF4-FFF2-40B4-BE49-F238E27FC236}">
                  <a16:creationId xmlns:a16="http://schemas.microsoft.com/office/drawing/2014/main" id="{23A8B239-AA0B-48A6-A6FD-F37A722F440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Gerader Verbinder 463">
              <a:extLst>
                <a:ext uri="{FF2B5EF4-FFF2-40B4-BE49-F238E27FC236}">
                  <a16:creationId xmlns:a16="http://schemas.microsoft.com/office/drawing/2014/main" id="{9F278084-9055-4E96-8D45-664D48952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Gerader Verbinder 464">
              <a:extLst>
                <a:ext uri="{FF2B5EF4-FFF2-40B4-BE49-F238E27FC236}">
                  <a16:creationId xmlns:a16="http://schemas.microsoft.com/office/drawing/2014/main" id="{B2494FF5-32CF-4F00-B589-810BAF1B5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Gerader Verbinder 465">
              <a:extLst>
                <a:ext uri="{FF2B5EF4-FFF2-40B4-BE49-F238E27FC236}">
                  <a16:creationId xmlns:a16="http://schemas.microsoft.com/office/drawing/2014/main" id="{327E61C8-DD54-4BDA-8D59-A69DCFBF40D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Gerader Verbinder 466">
              <a:extLst>
                <a:ext uri="{FF2B5EF4-FFF2-40B4-BE49-F238E27FC236}">
                  <a16:creationId xmlns:a16="http://schemas.microsoft.com/office/drawing/2014/main" id="{BD5E2D38-E5B6-4419-AFFC-E33D37FCFF57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Gerader Verbinder 467">
              <a:extLst>
                <a:ext uri="{FF2B5EF4-FFF2-40B4-BE49-F238E27FC236}">
                  <a16:creationId xmlns:a16="http://schemas.microsoft.com/office/drawing/2014/main" id="{9232D85F-0787-4022-B16A-6BD4CE03E6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Gerader Verbinder 468">
              <a:extLst>
                <a:ext uri="{FF2B5EF4-FFF2-40B4-BE49-F238E27FC236}">
                  <a16:creationId xmlns:a16="http://schemas.microsoft.com/office/drawing/2014/main" id="{250F8383-FED2-42AF-BF7D-80D36D0F5A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Gerader Verbinder 469">
              <a:extLst>
                <a:ext uri="{FF2B5EF4-FFF2-40B4-BE49-F238E27FC236}">
                  <a16:creationId xmlns:a16="http://schemas.microsoft.com/office/drawing/2014/main" id="{9B18176D-2E13-444E-9CB3-6F20D807DB65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Gerader Verbinder 470">
              <a:extLst>
                <a:ext uri="{FF2B5EF4-FFF2-40B4-BE49-F238E27FC236}">
                  <a16:creationId xmlns:a16="http://schemas.microsoft.com/office/drawing/2014/main" id="{A292FC7E-821E-4B35-9324-C9CA2B4F1F4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Gerader Verbinder 471">
              <a:extLst>
                <a:ext uri="{FF2B5EF4-FFF2-40B4-BE49-F238E27FC236}">
                  <a16:creationId xmlns:a16="http://schemas.microsoft.com/office/drawing/2014/main" id="{9D45E1AB-C367-4FC6-9D1F-B4289D0B184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Gerader Verbinder 472">
              <a:extLst>
                <a:ext uri="{FF2B5EF4-FFF2-40B4-BE49-F238E27FC236}">
                  <a16:creationId xmlns:a16="http://schemas.microsoft.com/office/drawing/2014/main" id="{A2CF94FE-8D85-436D-8926-1547AD200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Gerader Verbinder 473">
              <a:extLst>
                <a:ext uri="{FF2B5EF4-FFF2-40B4-BE49-F238E27FC236}">
                  <a16:creationId xmlns:a16="http://schemas.microsoft.com/office/drawing/2014/main" id="{6E0DD421-EE62-4B8A-B875-52D80B6249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Gerader Verbinder 474">
              <a:extLst>
                <a:ext uri="{FF2B5EF4-FFF2-40B4-BE49-F238E27FC236}">
                  <a16:creationId xmlns:a16="http://schemas.microsoft.com/office/drawing/2014/main" id="{A9D8F684-0529-487E-9531-A0342CE6D25E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Gerader Verbinder 475">
              <a:extLst>
                <a:ext uri="{FF2B5EF4-FFF2-40B4-BE49-F238E27FC236}">
                  <a16:creationId xmlns:a16="http://schemas.microsoft.com/office/drawing/2014/main" id="{5420CBFD-5645-40B7-B7FD-EDB599F4A12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Gerader Verbinder 476">
              <a:extLst>
                <a:ext uri="{FF2B5EF4-FFF2-40B4-BE49-F238E27FC236}">
                  <a16:creationId xmlns:a16="http://schemas.microsoft.com/office/drawing/2014/main" id="{27E56347-2028-4184-866D-1D43B05B2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Gerader Verbinder 477">
              <a:extLst>
                <a:ext uri="{FF2B5EF4-FFF2-40B4-BE49-F238E27FC236}">
                  <a16:creationId xmlns:a16="http://schemas.microsoft.com/office/drawing/2014/main" id="{7EAD2439-DF1C-46CA-A826-9C0DCA7E9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Gerader Verbinder 478">
              <a:extLst>
                <a:ext uri="{FF2B5EF4-FFF2-40B4-BE49-F238E27FC236}">
                  <a16:creationId xmlns:a16="http://schemas.microsoft.com/office/drawing/2014/main" id="{47C1836D-1B8F-4B42-93A1-FCCF92A26BE3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Gerader Verbinder 479">
              <a:extLst>
                <a:ext uri="{FF2B5EF4-FFF2-40B4-BE49-F238E27FC236}">
                  <a16:creationId xmlns:a16="http://schemas.microsoft.com/office/drawing/2014/main" id="{A078B375-D03E-49CA-8BE7-1434CFC6131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Gerader Verbinder 480">
              <a:extLst>
                <a:ext uri="{FF2B5EF4-FFF2-40B4-BE49-F238E27FC236}">
                  <a16:creationId xmlns:a16="http://schemas.microsoft.com/office/drawing/2014/main" id="{81374684-DB47-46D0-AC5A-64485EF23AE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Gerader Verbinder 481">
              <a:extLst>
                <a:ext uri="{FF2B5EF4-FFF2-40B4-BE49-F238E27FC236}">
                  <a16:creationId xmlns:a16="http://schemas.microsoft.com/office/drawing/2014/main" id="{62EF0BFD-55D5-40D5-A2A8-E2C9719C2C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Gerader Verbinder 482">
              <a:extLst>
                <a:ext uri="{FF2B5EF4-FFF2-40B4-BE49-F238E27FC236}">
                  <a16:creationId xmlns:a16="http://schemas.microsoft.com/office/drawing/2014/main" id="{EBEE86D9-1B60-4BE9-90F3-BF8824294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Gerader Verbinder 483">
              <a:extLst>
                <a:ext uri="{FF2B5EF4-FFF2-40B4-BE49-F238E27FC236}">
                  <a16:creationId xmlns:a16="http://schemas.microsoft.com/office/drawing/2014/main" id="{1CEDD281-C83A-410A-849D-5D351AC6FCFB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Gerader Verbinder 484">
              <a:extLst>
                <a:ext uri="{FF2B5EF4-FFF2-40B4-BE49-F238E27FC236}">
                  <a16:creationId xmlns:a16="http://schemas.microsoft.com/office/drawing/2014/main" id="{731E87A1-79A1-4E52-B9E0-6ADD5F12A42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Gerader Verbinder 485">
              <a:extLst>
                <a:ext uri="{FF2B5EF4-FFF2-40B4-BE49-F238E27FC236}">
                  <a16:creationId xmlns:a16="http://schemas.microsoft.com/office/drawing/2014/main" id="{0525CBB7-004C-4B98-A375-2676DC6CE4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Gerader Verbinder 486">
              <a:extLst>
                <a:ext uri="{FF2B5EF4-FFF2-40B4-BE49-F238E27FC236}">
                  <a16:creationId xmlns:a16="http://schemas.microsoft.com/office/drawing/2014/main" id="{06E79AC9-6E25-4A8D-8C40-4BD7DE0B5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Gerader Verbinder 487">
              <a:extLst>
                <a:ext uri="{FF2B5EF4-FFF2-40B4-BE49-F238E27FC236}">
                  <a16:creationId xmlns:a16="http://schemas.microsoft.com/office/drawing/2014/main" id="{991C3B7E-A7C9-49B2-AA21-20C4AA30EAF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Gerader Verbinder 488">
              <a:extLst>
                <a:ext uri="{FF2B5EF4-FFF2-40B4-BE49-F238E27FC236}">
                  <a16:creationId xmlns:a16="http://schemas.microsoft.com/office/drawing/2014/main" id="{317A1161-4101-4AC1-9D2F-4D1DAE91592F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Gerader Verbinder 489">
              <a:extLst>
                <a:ext uri="{FF2B5EF4-FFF2-40B4-BE49-F238E27FC236}">
                  <a16:creationId xmlns:a16="http://schemas.microsoft.com/office/drawing/2014/main" id="{B6B7AEE9-24B7-4C2D-95BE-AF3ECD3DBF4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Gerader Verbinder 490">
              <a:extLst>
                <a:ext uri="{FF2B5EF4-FFF2-40B4-BE49-F238E27FC236}">
                  <a16:creationId xmlns:a16="http://schemas.microsoft.com/office/drawing/2014/main" id="{22B29824-4CCC-4674-9409-937E46BB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Gerader Verbinder 491">
              <a:extLst>
                <a:ext uri="{FF2B5EF4-FFF2-40B4-BE49-F238E27FC236}">
                  <a16:creationId xmlns:a16="http://schemas.microsoft.com/office/drawing/2014/main" id="{61F11633-6A7C-4DB9-A6ED-A7D618D50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r Verbinder 492">
              <a:extLst>
                <a:ext uri="{FF2B5EF4-FFF2-40B4-BE49-F238E27FC236}">
                  <a16:creationId xmlns:a16="http://schemas.microsoft.com/office/drawing/2014/main" id="{729CE1B7-541E-485E-BB3D-30F7B2AD00D4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Gerader Verbinder 493">
              <a:extLst>
                <a:ext uri="{FF2B5EF4-FFF2-40B4-BE49-F238E27FC236}">
                  <a16:creationId xmlns:a16="http://schemas.microsoft.com/office/drawing/2014/main" id="{DEC6355C-5E26-4794-8DF9-CF772C30CD6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Gerader Verbinder 494">
              <a:extLst>
                <a:ext uri="{FF2B5EF4-FFF2-40B4-BE49-F238E27FC236}">
                  <a16:creationId xmlns:a16="http://schemas.microsoft.com/office/drawing/2014/main" id="{539D472A-D5BA-499A-AF2B-106ED4389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Gerader Verbinder 495">
              <a:extLst>
                <a:ext uri="{FF2B5EF4-FFF2-40B4-BE49-F238E27FC236}">
                  <a16:creationId xmlns:a16="http://schemas.microsoft.com/office/drawing/2014/main" id="{1BFDA951-B767-4B86-9901-41BDFDDB9F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Gerader Verbinder 496">
              <a:extLst>
                <a:ext uri="{FF2B5EF4-FFF2-40B4-BE49-F238E27FC236}">
                  <a16:creationId xmlns:a16="http://schemas.microsoft.com/office/drawing/2014/main" id="{4213C10B-9D04-4CB3-A443-01F3E5EE6AF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Gerader Verbinder 497">
              <a:extLst>
                <a:ext uri="{FF2B5EF4-FFF2-40B4-BE49-F238E27FC236}">
                  <a16:creationId xmlns:a16="http://schemas.microsoft.com/office/drawing/2014/main" id="{11A904C4-FFF8-453C-B42F-D882F97FEC6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Gerader Verbinder 498">
              <a:extLst>
                <a:ext uri="{FF2B5EF4-FFF2-40B4-BE49-F238E27FC236}">
                  <a16:creationId xmlns:a16="http://schemas.microsoft.com/office/drawing/2014/main" id="{4019A41E-CAE7-4E83-801B-D31A04A1C35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Gerader Verbinder 499">
              <a:extLst>
                <a:ext uri="{FF2B5EF4-FFF2-40B4-BE49-F238E27FC236}">
                  <a16:creationId xmlns:a16="http://schemas.microsoft.com/office/drawing/2014/main" id="{01DFD841-715D-4DE9-8B59-9C5FE7E93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Gerader Verbinder 500">
              <a:extLst>
                <a:ext uri="{FF2B5EF4-FFF2-40B4-BE49-F238E27FC236}">
                  <a16:creationId xmlns:a16="http://schemas.microsoft.com/office/drawing/2014/main" id="{7E8E7020-62C0-498C-92C0-5B1B3ADDC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Gerader Verbinder 501">
              <a:extLst>
                <a:ext uri="{FF2B5EF4-FFF2-40B4-BE49-F238E27FC236}">
                  <a16:creationId xmlns:a16="http://schemas.microsoft.com/office/drawing/2014/main" id="{9D2792CD-2927-4C7A-851C-B4AE0EF1EB02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Gerader Verbinder 502">
              <a:extLst>
                <a:ext uri="{FF2B5EF4-FFF2-40B4-BE49-F238E27FC236}">
                  <a16:creationId xmlns:a16="http://schemas.microsoft.com/office/drawing/2014/main" id="{5CB0404A-3C24-4B7A-9520-58572D82E82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Gerader Verbinder 503">
              <a:extLst>
                <a:ext uri="{FF2B5EF4-FFF2-40B4-BE49-F238E27FC236}">
                  <a16:creationId xmlns:a16="http://schemas.microsoft.com/office/drawing/2014/main" id="{6B0CBC0C-F9EF-491D-97B1-D078EDD77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Gerader Verbinder 504">
              <a:extLst>
                <a:ext uri="{FF2B5EF4-FFF2-40B4-BE49-F238E27FC236}">
                  <a16:creationId xmlns:a16="http://schemas.microsoft.com/office/drawing/2014/main" id="{5C0AB81C-05C3-4146-933E-55610F699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Gerader Verbinder 505">
              <a:extLst>
                <a:ext uri="{FF2B5EF4-FFF2-40B4-BE49-F238E27FC236}">
                  <a16:creationId xmlns:a16="http://schemas.microsoft.com/office/drawing/2014/main" id="{6371E421-62EA-4B48-9241-5ED2686805B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Gerader Verbinder 506">
              <a:extLst>
                <a:ext uri="{FF2B5EF4-FFF2-40B4-BE49-F238E27FC236}">
                  <a16:creationId xmlns:a16="http://schemas.microsoft.com/office/drawing/2014/main" id="{1F3499AE-F28D-4764-A8A0-011CBE91B11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Gerader Verbinder 507">
              <a:extLst>
                <a:ext uri="{FF2B5EF4-FFF2-40B4-BE49-F238E27FC236}">
                  <a16:creationId xmlns:a16="http://schemas.microsoft.com/office/drawing/2014/main" id="{1760D676-9AE7-482D-B1D2-C93E679BC0E4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Gerader Verbinder 508">
              <a:extLst>
                <a:ext uri="{FF2B5EF4-FFF2-40B4-BE49-F238E27FC236}">
                  <a16:creationId xmlns:a16="http://schemas.microsoft.com/office/drawing/2014/main" id="{9C1DFCC0-93F3-4B11-A79E-A20FA0E002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Gerader Verbinder 509">
              <a:extLst>
                <a:ext uri="{FF2B5EF4-FFF2-40B4-BE49-F238E27FC236}">
                  <a16:creationId xmlns:a16="http://schemas.microsoft.com/office/drawing/2014/main" id="{78F61D93-3F3C-475E-9A07-E278F8EAD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3" name="Gruppieren 922">
            <a:extLst>
              <a:ext uri="{FF2B5EF4-FFF2-40B4-BE49-F238E27FC236}">
                <a16:creationId xmlns:a16="http://schemas.microsoft.com/office/drawing/2014/main" id="{AE06C747-DB84-4D06-9886-1AD0AF10E122}"/>
              </a:ext>
            </a:extLst>
          </p:cNvPr>
          <p:cNvGrpSpPr/>
          <p:nvPr/>
        </p:nvGrpSpPr>
        <p:grpSpPr>
          <a:xfrm>
            <a:off x="-1164584" y="-241172"/>
            <a:ext cx="3730229" cy="3921995"/>
            <a:chOff x="-456087" y="-2624137"/>
            <a:chExt cx="12960000" cy="12953349"/>
          </a:xfrm>
        </p:grpSpPr>
        <p:cxnSp>
          <p:nvCxnSpPr>
            <p:cNvPr id="924" name="Gerader Verbinder 923">
              <a:extLst>
                <a:ext uri="{FF2B5EF4-FFF2-40B4-BE49-F238E27FC236}">
                  <a16:creationId xmlns:a16="http://schemas.microsoft.com/office/drawing/2014/main" id="{98AB00A9-46E0-4CA1-BE66-BD283DC4179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Gerader Verbinder 924">
              <a:extLst>
                <a:ext uri="{FF2B5EF4-FFF2-40B4-BE49-F238E27FC236}">
                  <a16:creationId xmlns:a16="http://schemas.microsoft.com/office/drawing/2014/main" id="{5DE80D34-1D49-42B9-97D9-2B5BDA1FC2F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Gerader Verbinder 925">
              <a:extLst>
                <a:ext uri="{FF2B5EF4-FFF2-40B4-BE49-F238E27FC236}">
                  <a16:creationId xmlns:a16="http://schemas.microsoft.com/office/drawing/2014/main" id="{D18539C7-D846-43CB-A232-CE7A5A05A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Gerader Verbinder 926">
              <a:extLst>
                <a:ext uri="{FF2B5EF4-FFF2-40B4-BE49-F238E27FC236}">
                  <a16:creationId xmlns:a16="http://schemas.microsoft.com/office/drawing/2014/main" id="{B7039249-F001-4913-AE35-3BF4C4F25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Gerader Verbinder 927">
              <a:extLst>
                <a:ext uri="{FF2B5EF4-FFF2-40B4-BE49-F238E27FC236}">
                  <a16:creationId xmlns:a16="http://schemas.microsoft.com/office/drawing/2014/main" id="{73325FC5-5F4A-46EB-A256-C27455E5DC3D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Gerader Verbinder 928">
              <a:extLst>
                <a:ext uri="{FF2B5EF4-FFF2-40B4-BE49-F238E27FC236}">
                  <a16:creationId xmlns:a16="http://schemas.microsoft.com/office/drawing/2014/main" id="{651BB17F-5B70-4A96-933D-00B54254CEB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Gerader Verbinder 929">
              <a:extLst>
                <a:ext uri="{FF2B5EF4-FFF2-40B4-BE49-F238E27FC236}">
                  <a16:creationId xmlns:a16="http://schemas.microsoft.com/office/drawing/2014/main" id="{3AD6AF99-F64B-4325-9007-F3A9D9A7ABB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Gerader Verbinder 930">
              <a:extLst>
                <a:ext uri="{FF2B5EF4-FFF2-40B4-BE49-F238E27FC236}">
                  <a16:creationId xmlns:a16="http://schemas.microsoft.com/office/drawing/2014/main" id="{69B88B9B-17AC-4A7F-AFA6-B6399F2A1A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Gerader Verbinder 931">
              <a:extLst>
                <a:ext uri="{FF2B5EF4-FFF2-40B4-BE49-F238E27FC236}">
                  <a16:creationId xmlns:a16="http://schemas.microsoft.com/office/drawing/2014/main" id="{563EE719-C9C7-43A0-8D48-B6BB95533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Gerader Verbinder 932">
              <a:extLst>
                <a:ext uri="{FF2B5EF4-FFF2-40B4-BE49-F238E27FC236}">
                  <a16:creationId xmlns:a16="http://schemas.microsoft.com/office/drawing/2014/main" id="{C0E39CD3-B597-42D8-BEF4-249FD8436BF5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Gerader Verbinder 933">
              <a:extLst>
                <a:ext uri="{FF2B5EF4-FFF2-40B4-BE49-F238E27FC236}">
                  <a16:creationId xmlns:a16="http://schemas.microsoft.com/office/drawing/2014/main" id="{E6A5AC52-5B9D-4C9C-BA52-AD1BC021BDE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Gerader Verbinder 934">
              <a:extLst>
                <a:ext uri="{FF2B5EF4-FFF2-40B4-BE49-F238E27FC236}">
                  <a16:creationId xmlns:a16="http://schemas.microsoft.com/office/drawing/2014/main" id="{BDE42CAF-0421-4B3E-8644-6074851D5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Gerader Verbinder 935">
              <a:extLst>
                <a:ext uri="{FF2B5EF4-FFF2-40B4-BE49-F238E27FC236}">
                  <a16:creationId xmlns:a16="http://schemas.microsoft.com/office/drawing/2014/main" id="{7587042B-0B35-4F9D-8D0B-72368CC6D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Gerader Verbinder 936">
              <a:extLst>
                <a:ext uri="{FF2B5EF4-FFF2-40B4-BE49-F238E27FC236}">
                  <a16:creationId xmlns:a16="http://schemas.microsoft.com/office/drawing/2014/main" id="{F710E922-EC7F-4F0C-A928-E933DE3FDC6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Gerader Verbinder 937">
              <a:extLst>
                <a:ext uri="{FF2B5EF4-FFF2-40B4-BE49-F238E27FC236}">
                  <a16:creationId xmlns:a16="http://schemas.microsoft.com/office/drawing/2014/main" id="{146D9C29-9067-4F12-8AC0-F5C42D0E89E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Gerader Verbinder 938">
              <a:extLst>
                <a:ext uri="{FF2B5EF4-FFF2-40B4-BE49-F238E27FC236}">
                  <a16:creationId xmlns:a16="http://schemas.microsoft.com/office/drawing/2014/main" id="{4D28B050-72FF-462D-82DA-077643ECA9B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Gerader Verbinder 939">
              <a:extLst>
                <a:ext uri="{FF2B5EF4-FFF2-40B4-BE49-F238E27FC236}">
                  <a16:creationId xmlns:a16="http://schemas.microsoft.com/office/drawing/2014/main" id="{785BA0FD-7DF9-4BCE-BFB3-F262FA2C88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Gerader Verbinder 940">
              <a:extLst>
                <a:ext uri="{FF2B5EF4-FFF2-40B4-BE49-F238E27FC236}">
                  <a16:creationId xmlns:a16="http://schemas.microsoft.com/office/drawing/2014/main" id="{0ABC97CD-69BD-4C59-A5B1-2A4A3A5848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Gerader Verbinder 941">
              <a:extLst>
                <a:ext uri="{FF2B5EF4-FFF2-40B4-BE49-F238E27FC236}">
                  <a16:creationId xmlns:a16="http://schemas.microsoft.com/office/drawing/2014/main" id="{F27F1EE8-E527-4AE0-AF9C-343094EEC8ED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Gerader Verbinder 942">
              <a:extLst>
                <a:ext uri="{FF2B5EF4-FFF2-40B4-BE49-F238E27FC236}">
                  <a16:creationId xmlns:a16="http://schemas.microsoft.com/office/drawing/2014/main" id="{0212467D-EF43-4B7B-A6B0-2E26F37C107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Gerader Verbinder 943">
              <a:extLst>
                <a:ext uri="{FF2B5EF4-FFF2-40B4-BE49-F238E27FC236}">
                  <a16:creationId xmlns:a16="http://schemas.microsoft.com/office/drawing/2014/main" id="{B4E94996-C826-477B-B030-0F8899978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Gerader Verbinder 944">
              <a:extLst>
                <a:ext uri="{FF2B5EF4-FFF2-40B4-BE49-F238E27FC236}">
                  <a16:creationId xmlns:a16="http://schemas.microsoft.com/office/drawing/2014/main" id="{56D1D16B-76BB-41AD-B9B9-5459751F6C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Gerader Verbinder 945">
              <a:extLst>
                <a:ext uri="{FF2B5EF4-FFF2-40B4-BE49-F238E27FC236}">
                  <a16:creationId xmlns:a16="http://schemas.microsoft.com/office/drawing/2014/main" id="{A43D8902-37FD-4CF3-94A5-4FEC172B471F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Gerader Verbinder 946">
              <a:extLst>
                <a:ext uri="{FF2B5EF4-FFF2-40B4-BE49-F238E27FC236}">
                  <a16:creationId xmlns:a16="http://schemas.microsoft.com/office/drawing/2014/main" id="{BA854664-AB7F-4A26-A2A2-D7D7CCFD258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Gerader Verbinder 947">
              <a:extLst>
                <a:ext uri="{FF2B5EF4-FFF2-40B4-BE49-F238E27FC236}">
                  <a16:creationId xmlns:a16="http://schemas.microsoft.com/office/drawing/2014/main" id="{277DDF6D-72BF-4C8E-889F-AAD07AA1FAA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Gerader Verbinder 948">
              <a:extLst>
                <a:ext uri="{FF2B5EF4-FFF2-40B4-BE49-F238E27FC236}">
                  <a16:creationId xmlns:a16="http://schemas.microsoft.com/office/drawing/2014/main" id="{68214FB7-8FBA-40DD-9E2B-CB5D4D77A6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Gerader Verbinder 949">
              <a:extLst>
                <a:ext uri="{FF2B5EF4-FFF2-40B4-BE49-F238E27FC236}">
                  <a16:creationId xmlns:a16="http://schemas.microsoft.com/office/drawing/2014/main" id="{B44F4443-5A98-442A-BEBF-B65866033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Gerader Verbinder 950">
              <a:extLst>
                <a:ext uri="{FF2B5EF4-FFF2-40B4-BE49-F238E27FC236}">
                  <a16:creationId xmlns:a16="http://schemas.microsoft.com/office/drawing/2014/main" id="{26394847-2E5D-4185-ABA2-CC77C158DD65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Gerader Verbinder 951">
              <a:extLst>
                <a:ext uri="{FF2B5EF4-FFF2-40B4-BE49-F238E27FC236}">
                  <a16:creationId xmlns:a16="http://schemas.microsoft.com/office/drawing/2014/main" id="{1CB38309-B8B1-4563-80B4-2D415B29F11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Gerader Verbinder 952">
              <a:extLst>
                <a:ext uri="{FF2B5EF4-FFF2-40B4-BE49-F238E27FC236}">
                  <a16:creationId xmlns:a16="http://schemas.microsoft.com/office/drawing/2014/main" id="{78944EEA-A902-45BC-8AFD-9A4540411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Gerader Verbinder 953">
              <a:extLst>
                <a:ext uri="{FF2B5EF4-FFF2-40B4-BE49-F238E27FC236}">
                  <a16:creationId xmlns:a16="http://schemas.microsoft.com/office/drawing/2014/main" id="{F74EF105-8BD7-40C4-AFB2-AC4AF9281D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Gerader Verbinder 955">
              <a:extLst>
                <a:ext uri="{FF2B5EF4-FFF2-40B4-BE49-F238E27FC236}">
                  <a16:creationId xmlns:a16="http://schemas.microsoft.com/office/drawing/2014/main" id="{EDA4631D-47E8-4865-B936-8FF390727E7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Gerader Verbinder 956">
              <a:extLst>
                <a:ext uri="{FF2B5EF4-FFF2-40B4-BE49-F238E27FC236}">
                  <a16:creationId xmlns:a16="http://schemas.microsoft.com/office/drawing/2014/main" id="{9693D6AB-EC94-42CA-9611-674152F1340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Gerader Verbinder 957">
              <a:extLst>
                <a:ext uri="{FF2B5EF4-FFF2-40B4-BE49-F238E27FC236}">
                  <a16:creationId xmlns:a16="http://schemas.microsoft.com/office/drawing/2014/main" id="{B1CEC0C0-4A49-43B0-983B-8E346213AA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Gerader Verbinder 958">
              <a:extLst>
                <a:ext uri="{FF2B5EF4-FFF2-40B4-BE49-F238E27FC236}">
                  <a16:creationId xmlns:a16="http://schemas.microsoft.com/office/drawing/2014/main" id="{F26D5BCE-21EB-4C11-B39A-54A2A03043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Gerader Verbinder 959">
              <a:extLst>
                <a:ext uri="{FF2B5EF4-FFF2-40B4-BE49-F238E27FC236}">
                  <a16:creationId xmlns:a16="http://schemas.microsoft.com/office/drawing/2014/main" id="{C39D66E6-94DE-4428-9BDA-27C879F052DE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Gerader Verbinder 961">
              <a:extLst>
                <a:ext uri="{FF2B5EF4-FFF2-40B4-BE49-F238E27FC236}">
                  <a16:creationId xmlns:a16="http://schemas.microsoft.com/office/drawing/2014/main" id="{6DF32CD5-2FFB-4F79-AB17-22F3BD7EE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Gerader Verbinder 962">
              <a:extLst>
                <a:ext uri="{FF2B5EF4-FFF2-40B4-BE49-F238E27FC236}">
                  <a16:creationId xmlns:a16="http://schemas.microsoft.com/office/drawing/2014/main" id="{B05FA882-3696-42B8-9F3B-2B67DDA02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Gerader Verbinder 964">
              <a:extLst>
                <a:ext uri="{FF2B5EF4-FFF2-40B4-BE49-F238E27FC236}">
                  <a16:creationId xmlns:a16="http://schemas.microsoft.com/office/drawing/2014/main" id="{AAA0ADE5-6CC8-4708-854D-6EA042338A5D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Gerader Verbinder 965">
              <a:extLst>
                <a:ext uri="{FF2B5EF4-FFF2-40B4-BE49-F238E27FC236}">
                  <a16:creationId xmlns:a16="http://schemas.microsoft.com/office/drawing/2014/main" id="{FC87D811-E446-47A3-833B-6D04DE8E15A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Gerader Verbinder 966">
              <a:extLst>
                <a:ext uri="{FF2B5EF4-FFF2-40B4-BE49-F238E27FC236}">
                  <a16:creationId xmlns:a16="http://schemas.microsoft.com/office/drawing/2014/main" id="{3B96FA55-17EF-4358-810C-4DFBA07998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Gerader Verbinder 967">
              <a:extLst>
                <a:ext uri="{FF2B5EF4-FFF2-40B4-BE49-F238E27FC236}">
                  <a16:creationId xmlns:a16="http://schemas.microsoft.com/office/drawing/2014/main" id="{74DF519F-A24B-4EFD-9349-E3CB5B3281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Gerader Verbinder 968">
              <a:extLst>
                <a:ext uri="{FF2B5EF4-FFF2-40B4-BE49-F238E27FC236}">
                  <a16:creationId xmlns:a16="http://schemas.microsoft.com/office/drawing/2014/main" id="{2C8A3A31-FCC4-46CE-BA29-B4382B647EB7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Gerader Verbinder 970">
              <a:extLst>
                <a:ext uri="{FF2B5EF4-FFF2-40B4-BE49-F238E27FC236}">
                  <a16:creationId xmlns:a16="http://schemas.microsoft.com/office/drawing/2014/main" id="{F8BC39A7-6396-4721-B83D-D5C2611301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Gerader Verbinder 971">
              <a:extLst>
                <a:ext uri="{FF2B5EF4-FFF2-40B4-BE49-F238E27FC236}">
                  <a16:creationId xmlns:a16="http://schemas.microsoft.com/office/drawing/2014/main" id="{826D4D91-B42C-42F9-AC6A-B2ED667B6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Gerader Verbinder 973">
              <a:extLst>
                <a:ext uri="{FF2B5EF4-FFF2-40B4-BE49-F238E27FC236}">
                  <a16:creationId xmlns:a16="http://schemas.microsoft.com/office/drawing/2014/main" id="{F691AC9E-37B6-454A-A909-EE984334D36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Gerader Verbinder 974">
              <a:extLst>
                <a:ext uri="{FF2B5EF4-FFF2-40B4-BE49-F238E27FC236}">
                  <a16:creationId xmlns:a16="http://schemas.microsoft.com/office/drawing/2014/main" id="{AA6E3A1C-0D98-4441-B039-C1F97992A60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Gerader Verbinder 975">
              <a:extLst>
                <a:ext uri="{FF2B5EF4-FFF2-40B4-BE49-F238E27FC236}">
                  <a16:creationId xmlns:a16="http://schemas.microsoft.com/office/drawing/2014/main" id="{E4DBC490-774F-440F-9B5B-DD411E55E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Gerader Verbinder 976">
              <a:extLst>
                <a:ext uri="{FF2B5EF4-FFF2-40B4-BE49-F238E27FC236}">
                  <a16:creationId xmlns:a16="http://schemas.microsoft.com/office/drawing/2014/main" id="{B680F8E5-CE94-42B7-B60F-6CD151A5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Gerader Verbinder 977">
              <a:extLst>
                <a:ext uri="{FF2B5EF4-FFF2-40B4-BE49-F238E27FC236}">
                  <a16:creationId xmlns:a16="http://schemas.microsoft.com/office/drawing/2014/main" id="{9C78D384-D4C1-48DB-9652-1472FACB3211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Gerader Verbinder 978">
              <a:extLst>
                <a:ext uri="{FF2B5EF4-FFF2-40B4-BE49-F238E27FC236}">
                  <a16:creationId xmlns:a16="http://schemas.microsoft.com/office/drawing/2014/main" id="{35FAA1C1-80D6-45E7-AB36-C38F98E8184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Gerader Verbinder 979">
              <a:extLst>
                <a:ext uri="{FF2B5EF4-FFF2-40B4-BE49-F238E27FC236}">
                  <a16:creationId xmlns:a16="http://schemas.microsoft.com/office/drawing/2014/main" id="{248AB1D9-4D02-485C-B3F9-790BDE2E8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Gerader Verbinder 980">
              <a:extLst>
                <a:ext uri="{FF2B5EF4-FFF2-40B4-BE49-F238E27FC236}">
                  <a16:creationId xmlns:a16="http://schemas.microsoft.com/office/drawing/2014/main" id="{B8762345-40AF-478F-A8DF-AE6184D9D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Gerader Verbinder 981">
              <a:extLst>
                <a:ext uri="{FF2B5EF4-FFF2-40B4-BE49-F238E27FC236}">
                  <a16:creationId xmlns:a16="http://schemas.microsoft.com/office/drawing/2014/main" id="{915ACFD9-90F0-43F2-A5A2-086794FB3A5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Gerader Verbinder 982">
              <a:extLst>
                <a:ext uri="{FF2B5EF4-FFF2-40B4-BE49-F238E27FC236}">
                  <a16:creationId xmlns:a16="http://schemas.microsoft.com/office/drawing/2014/main" id="{60E816CF-FC2A-4AF6-8214-09D2E95410F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Gerader Verbinder 983">
              <a:extLst>
                <a:ext uri="{FF2B5EF4-FFF2-40B4-BE49-F238E27FC236}">
                  <a16:creationId xmlns:a16="http://schemas.microsoft.com/office/drawing/2014/main" id="{D3FCC5F8-5AEF-4D53-AA6D-FBE033DCA93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Gerader Verbinder 984">
              <a:extLst>
                <a:ext uri="{FF2B5EF4-FFF2-40B4-BE49-F238E27FC236}">
                  <a16:creationId xmlns:a16="http://schemas.microsoft.com/office/drawing/2014/main" id="{2978EADF-489A-4209-9EDD-0299E04D5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Gerader Verbinder 985">
              <a:extLst>
                <a:ext uri="{FF2B5EF4-FFF2-40B4-BE49-F238E27FC236}">
                  <a16:creationId xmlns:a16="http://schemas.microsoft.com/office/drawing/2014/main" id="{621699F3-E6EF-4E44-A840-BDDC19F636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Gerader Verbinder 986">
              <a:extLst>
                <a:ext uri="{FF2B5EF4-FFF2-40B4-BE49-F238E27FC236}">
                  <a16:creationId xmlns:a16="http://schemas.microsoft.com/office/drawing/2014/main" id="{C29A6733-4445-4DDD-865C-337E228A538A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Gerader Verbinder 987">
              <a:extLst>
                <a:ext uri="{FF2B5EF4-FFF2-40B4-BE49-F238E27FC236}">
                  <a16:creationId xmlns:a16="http://schemas.microsoft.com/office/drawing/2014/main" id="{34909E7C-607C-44E6-AD28-BA605D1842F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Gerader Verbinder 988">
              <a:extLst>
                <a:ext uri="{FF2B5EF4-FFF2-40B4-BE49-F238E27FC236}">
                  <a16:creationId xmlns:a16="http://schemas.microsoft.com/office/drawing/2014/main" id="{D039A218-3E1E-43B4-B005-EC4A061D6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Gerader Verbinder 989">
              <a:extLst>
                <a:ext uri="{FF2B5EF4-FFF2-40B4-BE49-F238E27FC236}">
                  <a16:creationId xmlns:a16="http://schemas.microsoft.com/office/drawing/2014/main" id="{C6F4B898-97D5-49A7-A4E3-661FBAE9F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Gerader Verbinder 990">
              <a:extLst>
                <a:ext uri="{FF2B5EF4-FFF2-40B4-BE49-F238E27FC236}">
                  <a16:creationId xmlns:a16="http://schemas.microsoft.com/office/drawing/2014/main" id="{27B600BF-7F0D-42B9-95E1-EA103382303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Gerader Verbinder 991">
              <a:extLst>
                <a:ext uri="{FF2B5EF4-FFF2-40B4-BE49-F238E27FC236}">
                  <a16:creationId xmlns:a16="http://schemas.microsoft.com/office/drawing/2014/main" id="{685FDC75-E51D-4F9D-ADCD-FFD5602D30A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Gerader Verbinder 992">
              <a:extLst>
                <a:ext uri="{FF2B5EF4-FFF2-40B4-BE49-F238E27FC236}">
                  <a16:creationId xmlns:a16="http://schemas.microsoft.com/office/drawing/2014/main" id="{3DCE663D-D87D-424E-B449-21300CA3809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Gerader Verbinder 993">
              <a:extLst>
                <a:ext uri="{FF2B5EF4-FFF2-40B4-BE49-F238E27FC236}">
                  <a16:creationId xmlns:a16="http://schemas.microsoft.com/office/drawing/2014/main" id="{9825A5C2-4990-41D6-974E-90D381E9F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Gerader Verbinder 994">
              <a:extLst>
                <a:ext uri="{FF2B5EF4-FFF2-40B4-BE49-F238E27FC236}">
                  <a16:creationId xmlns:a16="http://schemas.microsoft.com/office/drawing/2014/main" id="{DC71783F-A942-48E1-8D44-61B6FE6E13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Gerader Verbinder 995">
              <a:extLst>
                <a:ext uri="{FF2B5EF4-FFF2-40B4-BE49-F238E27FC236}">
                  <a16:creationId xmlns:a16="http://schemas.microsoft.com/office/drawing/2014/main" id="{AC6B7D22-4E64-467D-9814-515BF927F402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Gerader Verbinder 996">
              <a:extLst>
                <a:ext uri="{FF2B5EF4-FFF2-40B4-BE49-F238E27FC236}">
                  <a16:creationId xmlns:a16="http://schemas.microsoft.com/office/drawing/2014/main" id="{37F2EDB5-4D09-444D-BB4C-7F69190E7BA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Gerader Verbinder 997">
              <a:extLst>
                <a:ext uri="{FF2B5EF4-FFF2-40B4-BE49-F238E27FC236}">
                  <a16:creationId xmlns:a16="http://schemas.microsoft.com/office/drawing/2014/main" id="{7E8C8B62-2EA7-438F-9AE5-4CF65B6901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Gerader Verbinder 998">
              <a:extLst>
                <a:ext uri="{FF2B5EF4-FFF2-40B4-BE49-F238E27FC236}">
                  <a16:creationId xmlns:a16="http://schemas.microsoft.com/office/drawing/2014/main" id="{A4F909E5-9C56-4020-AF49-4950CC3E70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Gerader Verbinder 999">
              <a:extLst>
                <a:ext uri="{FF2B5EF4-FFF2-40B4-BE49-F238E27FC236}">
                  <a16:creationId xmlns:a16="http://schemas.microsoft.com/office/drawing/2014/main" id="{744D7661-199D-4FF0-A2B2-3D0ACB8BC13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Gerader Verbinder 1000">
              <a:extLst>
                <a:ext uri="{FF2B5EF4-FFF2-40B4-BE49-F238E27FC236}">
                  <a16:creationId xmlns:a16="http://schemas.microsoft.com/office/drawing/2014/main" id="{60379F39-4921-4656-90A7-C8BE9DF4B0E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Gerader Verbinder 1001">
              <a:extLst>
                <a:ext uri="{FF2B5EF4-FFF2-40B4-BE49-F238E27FC236}">
                  <a16:creationId xmlns:a16="http://schemas.microsoft.com/office/drawing/2014/main" id="{336951BE-2570-49FA-A488-05240A2BF34B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Gerader Verbinder 1002">
              <a:extLst>
                <a:ext uri="{FF2B5EF4-FFF2-40B4-BE49-F238E27FC236}">
                  <a16:creationId xmlns:a16="http://schemas.microsoft.com/office/drawing/2014/main" id="{3789F380-E03C-4741-B168-1F083E7CA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Gerader Verbinder 1003">
              <a:extLst>
                <a:ext uri="{FF2B5EF4-FFF2-40B4-BE49-F238E27FC236}">
                  <a16:creationId xmlns:a16="http://schemas.microsoft.com/office/drawing/2014/main" id="{FC1ED9EF-5C26-4CCD-9A93-061827E68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5" name="Gruppieren 1004">
            <a:extLst>
              <a:ext uri="{FF2B5EF4-FFF2-40B4-BE49-F238E27FC236}">
                <a16:creationId xmlns:a16="http://schemas.microsoft.com/office/drawing/2014/main" id="{0714AC4F-3352-4116-B02A-955BB81B90C9}"/>
              </a:ext>
            </a:extLst>
          </p:cNvPr>
          <p:cNvGrpSpPr/>
          <p:nvPr/>
        </p:nvGrpSpPr>
        <p:grpSpPr>
          <a:xfrm>
            <a:off x="2563893" y="-240611"/>
            <a:ext cx="3730229" cy="3921995"/>
            <a:chOff x="-456087" y="-2624137"/>
            <a:chExt cx="12960000" cy="12953349"/>
          </a:xfrm>
        </p:grpSpPr>
        <p:cxnSp>
          <p:nvCxnSpPr>
            <p:cNvPr id="1006" name="Gerader Verbinder 1005">
              <a:extLst>
                <a:ext uri="{FF2B5EF4-FFF2-40B4-BE49-F238E27FC236}">
                  <a16:creationId xmlns:a16="http://schemas.microsoft.com/office/drawing/2014/main" id="{A539B5C6-BC1F-48C7-B201-223A52E92AC2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Gerader Verbinder 1006">
              <a:extLst>
                <a:ext uri="{FF2B5EF4-FFF2-40B4-BE49-F238E27FC236}">
                  <a16:creationId xmlns:a16="http://schemas.microsoft.com/office/drawing/2014/main" id="{1A944740-7E90-43CB-87A6-2E278958D73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Gerader Verbinder 1007">
              <a:extLst>
                <a:ext uri="{FF2B5EF4-FFF2-40B4-BE49-F238E27FC236}">
                  <a16:creationId xmlns:a16="http://schemas.microsoft.com/office/drawing/2014/main" id="{E2EDC1C7-D057-4DCA-9370-39D94B0F8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Gerader Verbinder 1008">
              <a:extLst>
                <a:ext uri="{FF2B5EF4-FFF2-40B4-BE49-F238E27FC236}">
                  <a16:creationId xmlns:a16="http://schemas.microsoft.com/office/drawing/2014/main" id="{8BF336FC-7BB5-4488-A2AC-48A3C1E2C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Gerader Verbinder 1009">
              <a:extLst>
                <a:ext uri="{FF2B5EF4-FFF2-40B4-BE49-F238E27FC236}">
                  <a16:creationId xmlns:a16="http://schemas.microsoft.com/office/drawing/2014/main" id="{8EE48034-FFAD-4F92-8A1B-DD8A94C95E1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Gerader Verbinder 1010">
              <a:extLst>
                <a:ext uri="{FF2B5EF4-FFF2-40B4-BE49-F238E27FC236}">
                  <a16:creationId xmlns:a16="http://schemas.microsoft.com/office/drawing/2014/main" id="{97C6FE24-ED9C-47DA-B78C-1A2BE0C8CD55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Gerader Verbinder 1011">
              <a:extLst>
                <a:ext uri="{FF2B5EF4-FFF2-40B4-BE49-F238E27FC236}">
                  <a16:creationId xmlns:a16="http://schemas.microsoft.com/office/drawing/2014/main" id="{50608227-9A9D-4CDE-A882-3FC3E3995B0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Gerader Verbinder 1012">
              <a:extLst>
                <a:ext uri="{FF2B5EF4-FFF2-40B4-BE49-F238E27FC236}">
                  <a16:creationId xmlns:a16="http://schemas.microsoft.com/office/drawing/2014/main" id="{402F04CB-BAF4-4BF1-B2AE-48F3350C35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Gerader Verbinder 1013">
              <a:extLst>
                <a:ext uri="{FF2B5EF4-FFF2-40B4-BE49-F238E27FC236}">
                  <a16:creationId xmlns:a16="http://schemas.microsoft.com/office/drawing/2014/main" id="{9577667A-89D1-490D-9FAE-FF50ABFE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Gerader Verbinder 1014">
              <a:extLst>
                <a:ext uri="{FF2B5EF4-FFF2-40B4-BE49-F238E27FC236}">
                  <a16:creationId xmlns:a16="http://schemas.microsoft.com/office/drawing/2014/main" id="{39ED4364-4A8B-4521-9AB4-D3807DB9A53F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Gerader Verbinder 1015">
              <a:extLst>
                <a:ext uri="{FF2B5EF4-FFF2-40B4-BE49-F238E27FC236}">
                  <a16:creationId xmlns:a16="http://schemas.microsoft.com/office/drawing/2014/main" id="{43DFD9E7-B5A1-4EBE-9B3A-7BFF5531768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Gerader Verbinder 1016">
              <a:extLst>
                <a:ext uri="{FF2B5EF4-FFF2-40B4-BE49-F238E27FC236}">
                  <a16:creationId xmlns:a16="http://schemas.microsoft.com/office/drawing/2014/main" id="{C5532F01-78B1-4E26-8FE2-EC8DB1DB6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Gerader Verbinder 1017">
              <a:extLst>
                <a:ext uri="{FF2B5EF4-FFF2-40B4-BE49-F238E27FC236}">
                  <a16:creationId xmlns:a16="http://schemas.microsoft.com/office/drawing/2014/main" id="{270F5D69-453F-41E6-8BA6-803CD1ED50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Gerader Verbinder 1018">
              <a:extLst>
                <a:ext uri="{FF2B5EF4-FFF2-40B4-BE49-F238E27FC236}">
                  <a16:creationId xmlns:a16="http://schemas.microsoft.com/office/drawing/2014/main" id="{20277976-5ECE-4E5B-A83E-66B70593BF8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Gerader Verbinder 1019">
              <a:extLst>
                <a:ext uri="{FF2B5EF4-FFF2-40B4-BE49-F238E27FC236}">
                  <a16:creationId xmlns:a16="http://schemas.microsoft.com/office/drawing/2014/main" id="{44B5D14F-B93E-4EF7-80CF-6BF3A2D0E9C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Gerader Verbinder 1020">
              <a:extLst>
                <a:ext uri="{FF2B5EF4-FFF2-40B4-BE49-F238E27FC236}">
                  <a16:creationId xmlns:a16="http://schemas.microsoft.com/office/drawing/2014/main" id="{5D068BFC-4C5F-47AC-A93F-D7046578284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Gerader Verbinder 1021">
              <a:extLst>
                <a:ext uri="{FF2B5EF4-FFF2-40B4-BE49-F238E27FC236}">
                  <a16:creationId xmlns:a16="http://schemas.microsoft.com/office/drawing/2014/main" id="{A217E228-F51D-42B2-B919-B96FEE570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Gerader Verbinder 1022">
              <a:extLst>
                <a:ext uri="{FF2B5EF4-FFF2-40B4-BE49-F238E27FC236}">
                  <a16:creationId xmlns:a16="http://schemas.microsoft.com/office/drawing/2014/main" id="{2C05F274-4D51-4C1E-8524-3977A111B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Gerader Verbinder 1023">
              <a:extLst>
                <a:ext uri="{FF2B5EF4-FFF2-40B4-BE49-F238E27FC236}">
                  <a16:creationId xmlns:a16="http://schemas.microsoft.com/office/drawing/2014/main" id="{C185959B-0A2D-47D6-8E3C-B0F03ABDD7DE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Gerader Verbinder 1024">
              <a:extLst>
                <a:ext uri="{FF2B5EF4-FFF2-40B4-BE49-F238E27FC236}">
                  <a16:creationId xmlns:a16="http://schemas.microsoft.com/office/drawing/2014/main" id="{656425F5-204A-4E7B-8BC5-1D3D82CB6E0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Gerader Verbinder 1025">
              <a:extLst>
                <a:ext uri="{FF2B5EF4-FFF2-40B4-BE49-F238E27FC236}">
                  <a16:creationId xmlns:a16="http://schemas.microsoft.com/office/drawing/2014/main" id="{0152655D-B0B4-4F40-9723-B55029253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Gerader Verbinder 1026">
              <a:extLst>
                <a:ext uri="{FF2B5EF4-FFF2-40B4-BE49-F238E27FC236}">
                  <a16:creationId xmlns:a16="http://schemas.microsoft.com/office/drawing/2014/main" id="{C960C010-7FC1-479D-A7C5-BD5A50A8FF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Gerader Verbinder 1027">
              <a:extLst>
                <a:ext uri="{FF2B5EF4-FFF2-40B4-BE49-F238E27FC236}">
                  <a16:creationId xmlns:a16="http://schemas.microsoft.com/office/drawing/2014/main" id="{D073F118-AF13-4707-BD61-5845765046B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Gerader Verbinder 1028">
              <a:extLst>
                <a:ext uri="{FF2B5EF4-FFF2-40B4-BE49-F238E27FC236}">
                  <a16:creationId xmlns:a16="http://schemas.microsoft.com/office/drawing/2014/main" id="{263DEA04-74A5-4480-9772-CEE75D9A1E1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Gerader Verbinder 1029">
              <a:extLst>
                <a:ext uri="{FF2B5EF4-FFF2-40B4-BE49-F238E27FC236}">
                  <a16:creationId xmlns:a16="http://schemas.microsoft.com/office/drawing/2014/main" id="{41753B2D-F520-47BD-8BDC-59A85802F47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Gerader Verbinder 1030">
              <a:extLst>
                <a:ext uri="{FF2B5EF4-FFF2-40B4-BE49-F238E27FC236}">
                  <a16:creationId xmlns:a16="http://schemas.microsoft.com/office/drawing/2014/main" id="{7ACEDD9F-8EA2-40F7-B0A1-E5BE7BA8F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Gerader Verbinder 1031">
              <a:extLst>
                <a:ext uri="{FF2B5EF4-FFF2-40B4-BE49-F238E27FC236}">
                  <a16:creationId xmlns:a16="http://schemas.microsoft.com/office/drawing/2014/main" id="{8FDBB3C6-6D05-4F5E-80C9-0055A29E3D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Gerader Verbinder 1032">
              <a:extLst>
                <a:ext uri="{FF2B5EF4-FFF2-40B4-BE49-F238E27FC236}">
                  <a16:creationId xmlns:a16="http://schemas.microsoft.com/office/drawing/2014/main" id="{05175679-F9BB-4EE7-9DEA-718BAEA13F1F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Gerader Verbinder 1033">
              <a:extLst>
                <a:ext uri="{FF2B5EF4-FFF2-40B4-BE49-F238E27FC236}">
                  <a16:creationId xmlns:a16="http://schemas.microsoft.com/office/drawing/2014/main" id="{EA32E60A-45B4-4FD5-8972-3290CE11F87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Gerader Verbinder 1034">
              <a:extLst>
                <a:ext uri="{FF2B5EF4-FFF2-40B4-BE49-F238E27FC236}">
                  <a16:creationId xmlns:a16="http://schemas.microsoft.com/office/drawing/2014/main" id="{B8DA9781-FA06-4D7C-9DB1-29DF4946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Gerader Verbinder 1035">
              <a:extLst>
                <a:ext uri="{FF2B5EF4-FFF2-40B4-BE49-F238E27FC236}">
                  <a16:creationId xmlns:a16="http://schemas.microsoft.com/office/drawing/2014/main" id="{BF747FBB-A2EC-4BB0-9D32-F4CD3CE353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Gerader Verbinder 1036">
              <a:extLst>
                <a:ext uri="{FF2B5EF4-FFF2-40B4-BE49-F238E27FC236}">
                  <a16:creationId xmlns:a16="http://schemas.microsoft.com/office/drawing/2014/main" id="{3DD1B044-7A74-4782-B986-48C621A6E82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Gerader Verbinder 1037">
              <a:extLst>
                <a:ext uri="{FF2B5EF4-FFF2-40B4-BE49-F238E27FC236}">
                  <a16:creationId xmlns:a16="http://schemas.microsoft.com/office/drawing/2014/main" id="{C1C74A3D-7400-40CE-9C2E-C68F852BD66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Gerader Verbinder 1038">
              <a:extLst>
                <a:ext uri="{FF2B5EF4-FFF2-40B4-BE49-F238E27FC236}">
                  <a16:creationId xmlns:a16="http://schemas.microsoft.com/office/drawing/2014/main" id="{D1DE6CD2-D5D7-41C3-A99D-CBB398F47AC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Gerader Verbinder 1039">
              <a:extLst>
                <a:ext uri="{FF2B5EF4-FFF2-40B4-BE49-F238E27FC236}">
                  <a16:creationId xmlns:a16="http://schemas.microsoft.com/office/drawing/2014/main" id="{841974A8-93AF-4DF8-B34A-0EE038C0C6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Gerader Verbinder 1040">
              <a:extLst>
                <a:ext uri="{FF2B5EF4-FFF2-40B4-BE49-F238E27FC236}">
                  <a16:creationId xmlns:a16="http://schemas.microsoft.com/office/drawing/2014/main" id="{FA27F2C6-5B1A-476A-B424-A3488ED9F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Gerader Verbinder 1041">
              <a:extLst>
                <a:ext uri="{FF2B5EF4-FFF2-40B4-BE49-F238E27FC236}">
                  <a16:creationId xmlns:a16="http://schemas.microsoft.com/office/drawing/2014/main" id="{D2CCDC69-94CA-47E7-9F71-85F46BAA5551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Gerader Verbinder 1042">
              <a:extLst>
                <a:ext uri="{FF2B5EF4-FFF2-40B4-BE49-F238E27FC236}">
                  <a16:creationId xmlns:a16="http://schemas.microsoft.com/office/drawing/2014/main" id="{1EF55967-C810-495B-A9CE-1462845EEC2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Gerader Verbinder 1043">
              <a:extLst>
                <a:ext uri="{FF2B5EF4-FFF2-40B4-BE49-F238E27FC236}">
                  <a16:creationId xmlns:a16="http://schemas.microsoft.com/office/drawing/2014/main" id="{7BC503D0-FD43-4919-BC74-E233CB219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Gerader Verbinder 1044">
              <a:extLst>
                <a:ext uri="{FF2B5EF4-FFF2-40B4-BE49-F238E27FC236}">
                  <a16:creationId xmlns:a16="http://schemas.microsoft.com/office/drawing/2014/main" id="{10314810-EA97-4DEA-BD59-90693952E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Gerader Verbinder 1045">
              <a:extLst>
                <a:ext uri="{FF2B5EF4-FFF2-40B4-BE49-F238E27FC236}">
                  <a16:creationId xmlns:a16="http://schemas.microsoft.com/office/drawing/2014/main" id="{0E19BD35-FA78-484F-ABE3-635B7415F8E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Gerader Verbinder 1046">
              <a:extLst>
                <a:ext uri="{FF2B5EF4-FFF2-40B4-BE49-F238E27FC236}">
                  <a16:creationId xmlns:a16="http://schemas.microsoft.com/office/drawing/2014/main" id="{61CB5EFA-FA7D-4F5B-8D5F-7A1A4402E6A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Gerader Verbinder 1047">
              <a:extLst>
                <a:ext uri="{FF2B5EF4-FFF2-40B4-BE49-F238E27FC236}">
                  <a16:creationId xmlns:a16="http://schemas.microsoft.com/office/drawing/2014/main" id="{5D1302AE-D41C-4968-9B70-6BBBC4166E1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Gerader Verbinder 1048">
              <a:extLst>
                <a:ext uri="{FF2B5EF4-FFF2-40B4-BE49-F238E27FC236}">
                  <a16:creationId xmlns:a16="http://schemas.microsoft.com/office/drawing/2014/main" id="{50E309A4-9A07-4614-852B-FACA705E27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Gerader Verbinder 1049">
              <a:extLst>
                <a:ext uri="{FF2B5EF4-FFF2-40B4-BE49-F238E27FC236}">
                  <a16:creationId xmlns:a16="http://schemas.microsoft.com/office/drawing/2014/main" id="{13805351-2C3C-4D5B-880D-E3A97D073A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Gerader Verbinder 1050">
              <a:extLst>
                <a:ext uri="{FF2B5EF4-FFF2-40B4-BE49-F238E27FC236}">
                  <a16:creationId xmlns:a16="http://schemas.microsoft.com/office/drawing/2014/main" id="{F8080A36-602B-437D-ADC4-FBE704CD6EF5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Gerader Verbinder 1051">
              <a:extLst>
                <a:ext uri="{FF2B5EF4-FFF2-40B4-BE49-F238E27FC236}">
                  <a16:creationId xmlns:a16="http://schemas.microsoft.com/office/drawing/2014/main" id="{3910DAB4-A189-421B-8E72-9F305C2095F3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Gerader Verbinder 1052">
              <a:extLst>
                <a:ext uri="{FF2B5EF4-FFF2-40B4-BE49-F238E27FC236}">
                  <a16:creationId xmlns:a16="http://schemas.microsoft.com/office/drawing/2014/main" id="{2655B4E7-B31A-4F31-A472-1549590CD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Gerader Verbinder 1053">
              <a:extLst>
                <a:ext uri="{FF2B5EF4-FFF2-40B4-BE49-F238E27FC236}">
                  <a16:creationId xmlns:a16="http://schemas.microsoft.com/office/drawing/2014/main" id="{5A291233-C988-4B7D-8B3B-751D1AEF1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Gerader Verbinder 1054">
              <a:extLst>
                <a:ext uri="{FF2B5EF4-FFF2-40B4-BE49-F238E27FC236}">
                  <a16:creationId xmlns:a16="http://schemas.microsoft.com/office/drawing/2014/main" id="{21F4B48A-70D4-4468-8AE2-A9F4B449D56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Gerader Verbinder 1055">
              <a:extLst>
                <a:ext uri="{FF2B5EF4-FFF2-40B4-BE49-F238E27FC236}">
                  <a16:creationId xmlns:a16="http://schemas.microsoft.com/office/drawing/2014/main" id="{AEB55395-DBD1-4766-83F8-1912F1224B0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Gerader Verbinder 1056">
              <a:extLst>
                <a:ext uri="{FF2B5EF4-FFF2-40B4-BE49-F238E27FC236}">
                  <a16:creationId xmlns:a16="http://schemas.microsoft.com/office/drawing/2014/main" id="{E108B020-8DA2-4FB9-B063-7B62C28D386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Gerader Verbinder 1057">
              <a:extLst>
                <a:ext uri="{FF2B5EF4-FFF2-40B4-BE49-F238E27FC236}">
                  <a16:creationId xmlns:a16="http://schemas.microsoft.com/office/drawing/2014/main" id="{B0F4D26E-0541-4296-B690-E6921BD4FB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Gerader Verbinder 1058">
              <a:extLst>
                <a:ext uri="{FF2B5EF4-FFF2-40B4-BE49-F238E27FC236}">
                  <a16:creationId xmlns:a16="http://schemas.microsoft.com/office/drawing/2014/main" id="{3AA26F4A-1B26-4CFD-88E7-B412C3C4D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Gerader Verbinder 1059">
              <a:extLst>
                <a:ext uri="{FF2B5EF4-FFF2-40B4-BE49-F238E27FC236}">
                  <a16:creationId xmlns:a16="http://schemas.microsoft.com/office/drawing/2014/main" id="{47A9408B-47E3-4113-A6CA-847601F73CCE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Gerader Verbinder 1060">
              <a:extLst>
                <a:ext uri="{FF2B5EF4-FFF2-40B4-BE49-F238E27FC236}">
                  <a16:creationId xmlns:a16="http://schemas.microsoft.com/office/drawing/2014/main" id="{E110DF88-76BA-478E-976F-5C43CFE75A9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Gerader Verbinder 1061">
              <a:extLst>
                <a:ext uri="{FF2B5EF4-FFF2-40B4-BE49-F238E27FC236}">
                  <a16:creationId xmlns:a16="http://schemas.microsoft.com/office/drawing/2014/main" id="{37299119-D3BB-413C-A310-502BE51E3A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Gerader Verbinder 1062">
              <a:extLst>
                <a:ext uri="{FF2B5EF4-FFF2-40B4-BE49-F238E27FC236}">
                  <a16:creationId xmlns:a16="http://schemas.microsoft.com/office/drawing/2014/main" id="{6451C2B8-98FD-43BA-80FA-04412DC8C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Gerader Verbinder 1063">
              <a:extLst>
                <a:ext uri="{FF2B5EF4-FFF2-40B4-BE49-F238E27FC236}">
                  <a16:creationId xmlns:a16="http://schemas.microsoft.com/office/drawing/2014/main" id="{7C3AABAB-63FA-4AE3-AA27-5CBE91AD7A4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Gerader Verbinder 1064">
              <a:extLst>
                <a:ext uri="{FF2B5EF4-FFF2-40B4-BE49-F238E27FC236}">
                  <a16:creationId xmlns:a16="http://schemas.microsoft.com/office/drawing/2014/main" id="{4B6AA2B2-3C4D-4BFC-8459-BDC5E808FC9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Gerader Verbinder 1065">
              <a:extLst>
                <a:ext uri="{FF2B5EF4-FFF2-40B4-BE49-F238E27FC236}">
                  <a16:creationId xmlns:a16="http://schemas.microsoft.com/office/drawing/2014/main" id="{1E78A13E-C5A0-425A-B814-3827814948A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Gerader Verbinder 1066">
              <a:extLst>
                <a:ext uri="{FF2B5EF4-FFF2-40B4-BE49-F238E27FC236}">
                  <a16:creationId xmlns:a16="http://schemas.microsoft.com/office/drawing/2014/main" id="{829A6785-808E-460F-8A49-D79A3B33B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Gerader Verbinder 1067">
              <a:extLst>
                <a:ext uri="{FF2B5EF4-FFF2-40B4-BE49-F238E27FC236}">
                  <a16:creationId xmlns:a16="http://schemas.microsoft.com/office/drawing/2014/main" id="{CD811A2D-132E-4901-AE0B-A8FFC3415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Gerader Verbinder 1068">
              <a:extLst>
                <a:ext uri="{FF2B5EF4-FFF2-40B4-BE49-F238E27FC236}">
                  <a16:creationId xmlns:a16="http://schemas.microsoft.com/office/drawing/2014/main" id="{AAC2D193-3D1C-4B6D-AD5E-EC8AAD0BBCF0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Gerader Verbinder 1069">
              <a:extLst>
                <a:ext uri="{FF2B5EF4-FFF2-40B4-BE49-F238E27FC236}">
                  <a16:creationId xmlns:a16="http://schemas.microsoft.com/office/drawing/2014/main" id="{861D846C-999E-438B-BCFC-E5A223822A8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Gerader Verbinder 1070">
              <a:extLst>
                <a:ext uri="{FF2B5EF4-FFF2-40B4-BE49-F238E27FC236}">
                  <a16:creationId xmlns:a16="http://schemas.microsoft.com/office/drawing/2014/main" id="{8173C8DF-79A6-45B7-B84D-43D551842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Gerader Verbinder 1071">
              <a:extLst>
                <a:ext uri="{FF2B5EF4-FFF2-40B4-BE49-F238E27FC236}">
                  <a16:creationId xmlns:a16="http://schemas.microsoft.com/office/drawing/2014/main" id="{A4449D60-7E83-42C9-821E-03F2A9572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Gerader Verbinder 1072">
              <a:extLst>
                <a:ext uri="{FF2B5EF4-FFF2-40B4-BE49-F238E27FC236}">
                  <a16:creationId xmlns:a16="http://schemas.microsoft.com/office/drawing/2014/main" id="{8B26BD38-09D6-44BD-ADEB-3C8BC0BE6BF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Gerader Verbinder 1073">
              <a:extLst>
                <a:ext uri="{FF2B5EF4-FFF2-40B4-BE49-F238E27FC236}">
                  <a16:creationId xmlns:a16="http://schemas.microsoft.com/office/drawing/2014/main" id="{F3DDE4AF-B015-416D-8CE4-7A45BC13045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Gerader Verbinder 1074">
              <a:extLst>
                <a:ext uri="{FF2B5EF4-FFF2-40B4-BE49-F238E27FC236}">
                  <a16:creationId xmlns:a16="http://schemas.microsoft.com/office/drawing/2014/main" id="{E3654C60-BEB7-424E-9514-0DDEC1CF535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Gerader Verbinder 1075">
              <a:extLst>
                <a:ext uri="{FF2B5EF4-FFF2-40B4-BE49-F238E27FC236}">
                  <a16:creationId xmlns:a16="http://schemas.microsoft.com/office/drawing/2014/main" id="{B27CD492-B895-4400-86FF-C343F8C6D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Gerader Verbinder 1076">
              <a:extLst>
                <a:ext uri="{FF2B5EF4-FFF2-40B4-BE49-F238E27FC236}">
                  <a16:creationId xmlns:a16="http://schemas.microsoft.com/office/drawing/2014/main" id="{E46B277C-9E1A-468F-8331-1FF4E8BAE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Gerader Verbinder 1077">
              <a:extLst>
                <a:ext uri="{FF2B5EF4-FFF2-40B4-BE49-F238E27FC236}">
                  <a16:creationId xmlns:a16="http://schemas.microsoft.com/office/drawing/2014/main" id="{8BCA3C92-9CF7-4A24-BD75-C2B518DD519D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Gerader Verbinder 1078">
              <a:extLst>
                <a:ext uri="{FF2B5EF4-FFF2-40B4-BE49-F238E27FC236}">
                  <a16:creationId xmlns:a16="http://schemas.microsoft.com/office/drawing/2014/main" id="{39BFE1C1-794F-4D6C-BC1C-232F3B006D9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Gerader Verbinder 1079">
              <a:extLst>
                <a:ext uri="{FF2B5EF4-FFF2-40B4-BE49-F238E27FC236}">
                  <a16:creationId xmlns:a16="http://schemas.microsoft.com/office/drawing/2014/main" id="{CF6D662B-5AB3-40F6-93F5-3B7B3A2F1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Gerader Verbinder 1080">
              <a:extLst>
                <a:ext uri="{FF2B5EF4-FFF2-40B4-BE49-F238E27FC236}">
                  <a16:creationId xmlns:a16="http://schemas.microsoft.com/office/drawing/2014/main" id="{9BDEE461-7F51-40AD-B716-D129A71AB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Gerader Verbinder 1081">
              <a:extLst>
                <a:ext uri="{FF2B5EF4-FFF2-40B4-BE49-F238E27FC236}">
                  <a16:creationId xmlns:a16="http://schemas.microsoft.com/office/drawing/2014/main" id="{44C7BEEA-5BC7-46AE-AB59-A7338C51481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Gerader Verbinder 1082">
              <a:extLst>
                <a:ext uri="{FF2B5EF4-FFF2-40B4-BE49-F238E27FC236}">
                  <a16:creationId xmlns:a16="http://schemas.microsoft.com/office/drawing/2014/main" id="{EAC0FB3C-D437-48F4-9E5A-19328AA4E6A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Gerader Verbinder 1083">
              <a:extLst>
                <a:ext uri="{FF2B5EF4-FFF2-40B4-BE49-F238E27FC236}">
                  <a16:creationId xmlns:a16="http://schemas.microsoft.com/office/drawing/2014/main" id="{F218A355-C608-4CC5-8764-289844BD47C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Gerader Verbinder 1084">
              <a:extLst>
                <a:ext uri="{FF2B5EF4-FFF2-40B4-BE49-F238E27FC236}">
                  <a16:creationId xmlns:a16="http://schemas.microsoft.com/office/drawing/2014/main" id="{E9743A5C-F126-41C0-BD7C-2C6D13E99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Gerader Verbinder 1085">
              <a:extLst>
                <a:ext uri="{FF2B5EF4-FFF2-40B4-BE49-F238E27FC236}">
                  <a16:creationId xmlns:a16="http://schemas.microsoft.com/office/drawing/2014/main" id="{5545CCFF-066A-4AC9-908F-1C37D4BE5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7" name="Gruppieren 1086">
            <a:extLst>
              <a:ext uri="{FF2B5EF4-FFF2-40B4-BE49-F238E27FC236}">
                <a16:creationId xmlns:a16="http://schemas.microsoft.com/office/drawing/2014/main" id="{984287F6-0B25-460A-BB39-F7C0C25F41C8}"/>
              </a:ext>
            </a:extLst>
          </p:cNvPr>
          <p:cNvGrpSpPr/>
          <p:nvPr/>
        </p:nvGrpSpPr>
        <p:grpSpPr>
          <a:xfrm>
            <a:off x="6294121" y="-239491"/>
            <a:ext cx="3730229" cy="3921995"/>
            <a:chOff x="-456087" y="-2624137"/>
            <a:chExt cx="12960000" cy="12953349"/>
          </a:xfrm>
        </p:grpSpPr>
        <p:cxnSp>
          <p:nvCxnSpPr>
            <p:cNvPr id="1088" name="Gerader Verbinder 1087">
              <a:extLst>
                <a:ext uri="{FF2B5EF4-FFF2-40B4-BE49-F238E27FC236}">
                  <a16:creationId xmlns:a16="http://schemas.microsoft.com/office/drawing/2014/main" id="{9AAA9061-F909-43F8-8629-B3AEC0A0EDA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Gerader Verbinder 1088">
              <a:extLst>
                <a:ext uri="{FF2B5EF4-FFF2-40B4-BE49-F238E27FC236}">
                  <a16:creationId xmlns:a16="http://schemas.microsoft.com/office/drawing/2014/main" id="{EB77474A-DC12-452C-A0B9-8B222ED449D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Gerader Verbinder 1089">
              <a:extLst>
                <a:ext uri="{FF2B5EF4-FFF2-40B4-BE49-F238E27FC236}">
                  <a16:creationId xmlns:a16="http://schemas.microsoft.com/office/drawing/2014/main" id="{DB586302-5E0E-4E35-9BD9-751D540F31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Gerader Verbinder 1090">
              <a:extLst>
                <a:ext uri="{FF2B5EF4-FFF2-40B4-BE49-F238E27FC236}">
                  <a16:creationId xmlns:a16="http://schemas.microsoft.com/office/drawing/2014/main" id="{B94AC483-6DB0-4520-8CDE-3B5B122BC1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Gerader Verbinder 1091">
              <a:extLst>
                <a:ext uri="{FF2B5EF4-FFF2-40B4-BE49-F238E27FC236}">
                  <a16:creationId xmlns:a16="http://schemas.microsoft.com/office/drawing/2014/main" id="{BB64748F-D4EE-4664-8FC0-E8202DE9816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Gerader Verbinder 1092">
              <a:extLst>
                <a:ext uri="{FF2B5EF4-FFF2-40B4-BE49-F238E27FC236}">
                  <a16:creationId xmlns:a16="http://schemas.microsoft.com/office/drawing/2014/main" id="{0832DABC-2690-4096-8232-A4303667162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Gerader Verbinder 1093">
              <a:extLst>
                <a:ext uri="{FF2B5EF4-FFF2-40B4-BE49-F238E27FC236}">
                  <a16:creationId xmlns:a16="http://schemas.microsoft.com/office/drawing/2014/main" id="{1749C236-7D14-4C41-989C-4EDA7B33CC3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Gerader Verbinder 1094">
              <a:extLst>
                <a:ext uri="{FF2B5EF4-FFF2-40B4-BE49-F238E27FC236}">
                  <a16:creationId xmlns:a16="http://schemas.microsoft.com/office/drawing/2014/main" id="{046F1EAF-C83B-49D7-95AD-4B092AA8F6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Gerader Verbinder 1095">
              <a:extLst>
                <a:ext uri="{FF2B5EF4-FFF2-40B4-BE49-F238E27FC236}">
                  <a16:creationId xmlns:a16="http://schemas.microsoft.com/office/drawing/2014/main" id="{2EC0CCAF-2795-4171-90F3-A5FF8F910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Gerader Verbinder 1096">
              <a:extLst>
                <a:ext uri="{FF2B5EF4-FFF2-40B4-BE49-F238E27FC236}">
                  <a16:creationId xmlns:a16="http://schemas.microsoft.com/office/drawing/2014/main" id="{98C269CA-327A-4980-B87A-656A1E94A167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Gerader Verbinder 1097">
              <a:extLst>
                <a:ext uri="{FF2B5EF4-FFF2-40B4-BE49-F238E27FC236}">
                  <a16:creationId xmlns:a16="http://schemas.microsoft.com/office/drawing/2014/main" id="{02864995-CB3F-4263-BF8E-B647C6DE129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Gerader Verbinder 1098">
              <a:extLst>
                <a:ext uri="{FF2B5EF4-FFF2-40B4-BE49-F238E27FC236}">
                  <a16:creationId xmlns:a16="http://schemas.microsoft.com/office/drawing/2014/main" id="{1918891F-4B94-40EE-AC07-1F17B8D19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Gerader Verbinder 1099">
              <a:extLst>
                <a:ext uri="{FF2B5EF4-FFF2-40B4-BE49-F238E27FC236}">
                  <a16:creationId xmlns:a16="http://schemas.microsoft.com/office/drawing/2014/main" id="{9AF1CC61-9B19-4054-B22B-B7411C1B24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Gerader Verbinder 1100">
              <a:extLst>
                <a:ext uri="{FF2B5EF4-FFF2-40B4-BE49-F238E27FC236}">
                  <a16:creationId xmlns:a16="http://schemas.microsoft.com/office/drawing/2014/main" id="{F4167B49-C4D9-433A-9E83-3C5600A72EE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Gerader Verbinder 1101">
              <a:extLst>
                <a:ext uri="{FF2B5EF4-FFF2-40B4-BE49-F238E27FC236}">
                  <a16:creationId xmlns:a16="http://schemas.microsoft.com/office/drawing/2014/main" id="{0C2D2C62-BB85-420C-BCD9-301A4A4C4E2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Gerader Verbinder 1102">
              <a:extLst>
                <a:ext uri="{FF2B5EF4-FFF2-40B4-BE49-F238E27FC236}">
                  <a16:creationId xmlns:a16="http://schemas.microsoft.com/office/drawing/2014/main" id="{278E253F-9B21-47E6-8578-2DDBB8CFBAF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Gerader Verbinder 1103">
              <a:extLst>
                <a:ext uri="{FF2B5EF4-FFF2-40B4-BE49-F238E27FC236}">
                  <a16:creationId xmlns:a16="http://schemas.microsoft.com/office/drawing/2014/main" id="{A271CE07-D298-4506-9B88-09F9E5BC83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Gerader Verbinder 1104">
              <a:extLst>
                <a:ext uri="{FF2B5EF4-FFF2-40B4-BE49-F238E27FC236}">
                  <a16:creationId xmlns:a16="http://schemas.microsoft.com/office/drawing/2014/main" id="{27A0F766-046F-4CAB-9BC0-EB07E8C21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Gerader Verbinder 1105">
              <a:extLst>
                <a:ext uri="{FF2B5EF4-FFF2-40B4-BE49-F238E27FC236}">
                  <a16:creationId xmlns:a16="http://schemas.microsoft.com/office/drawing/2014/main" id="{676F0905-584C-4B32-92E8-DB8E4EB1AC67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Gerader Verbinder 1106">
              <a:extLst>
                <a:ext uri="{FF2B5EF4-FFF2-40B4-BE49-F238E27FC236}">
                  <a16:creationId xmlns:a16="http://schemas.microsoft.com/office/drawing/2014/main" id="{C4800197-2857-4CF0-867E-B2442AD9CA5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Gerader Verbinder 1107">
              <a:extLst>
                <a:ext uri="{FF2B5EF4-FFF2-40B4-BE49-F238E27FC236}">
                  <a16:creationId xmlns:a16="http://schemas.microsoft.com/office/drawing/2014/main" id="{5463F0C1-0D96-4BD1-A5B6-720522973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Gerader Verbinder 1108">
              <a:extLst>
                <a:ext uri="{FF2B5EF4-FFF2-40B4-BE49-F238E27FC236}">
                  <a16:creationId xmlns:a16="http://schemas.microsoft.com/office/drawing/2014/main" id="{BC880DC2-49AE-413F-9678-296FAB00E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Gerader Verbinder 1109">
              <a:extLst>
                <a:ext uri="{FF2B5EF4-FFF2-40B4-BE49-F238E27FC236}">
                  <a16:creationId xmlns:a16="http://schemas.microsoft.com/office/drawing/2014/main" id="{A51C0771-C0E2-4B91-BA20-EA09614C5B6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Gerader Verbinder 1110">
              <a:extLst>
                <a:ext uri="{FF2B5EF4-FFF2-40B4-BE49-F238E27FC236}">
                  <a16:creationId xmlns:a16="http://schemas.microsoft.com/office/drawing/2014/main" id="{7E5444A3-C964-48DA-96C9-80B10D914203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Gerader Verbinder 1111">
              <a:extLst>
                <a:ext uri="{FF2B5EF4-FFF2-40B4-BE49-F238E27FC236}">
                  <a16:creationId xmlns:a16="http://schemas.microsoft.com/office/drawing/2014/main" id="{CB7048E3-2C83-4CB0-80C2-073A4049E9C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Gerader Verbinder 1112">
              <a:extLst>
                <a:ext uri="{FF2B5EF4-FFF2-40B4-BE49-F238E27FC236}">
                  <a16:creationId xmlns:a16="http://schemas.microsoft.com/office/drawing/2014/main" id="{78645C81-8B42-4494-B37A-0F8D6426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Gerader Verbinder 1113">
              <a:extLst>
                <a:ext uri="{FF2B5EF4-FFF2-40B4-BE49-F238E27FC236}">
                  <a16:creationId xmlns:a16="http://schemas.microsoft.com/office/drawing/2014/main" id="{910ED1E6-608B-4EEE-8422-C4D3718850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Gerader Verbinder 1114">
              <a:extLst>
                <a:ext uri="{FF2B5EF4-FFF2-40B4-BE49-F238E27FC236}">
                  <a16:creationId xmlns:a16="http://schemas.microsoft.com/office/drawing/2014/main" id="{25F14264-C1BE-4431-81FD-FA020268068F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Gerader Verbinder 1115">
              <a:extLst>
                <a:ext uri="{FF2B5EF4-FFF2-40B4-BE49-F238E27FC236}">
                  <a16:creationId xmlns:a16="http://schemas.microsoft.com/office/drawing/2014/main" id="{64814FBB-61AD-4F56-B161-4E9CC6520EA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Gerader Verbinder 1116">
              <a:extLst>
                <a:ext uri="{FF2B5EF4-FFF2-40B4-BE49-F238E27FC236}">
                  <a16:creationId xmlns:a16="http://schemas.microsoft.com/office/drawing/2014/main" id="{997748D0-B1AD-4440-8F99-BA5572EB09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Gerader Verbinder 1117">
              <a:extLst>
                <a:ext uri="{FF2B5EF4-FFF2-40B4-BE49-F238E27FC236}">
                  <a16:creationId xmlns:a16="http://schemas.microsoft.com/office/drawing/2014/main" id="{5B33A124-9CBC-4A97-BD4F-EF95BB850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Gerader Verbinder 1118">
              <a:extLst>
                <a:ext uri="{FF2B5EF4-FFF2-40B4-BE49-F238E27FC236}">
                  <a16:creationId xmlns:a16="http://schemas.microsoft.com/office/drawing/2014/main" id="{0DE3A2D3-51EF-4967-A612-47E70051C00B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Gerader Verbinder 1119">
              <a:extLst>
                <a:ext uri="{FF2B5EF4-FFF2-40B4-BE49-F238E27FC236}">
                  <a16:creationId xmlns:a16="http://schemas.microsoft.com/office/drawing/2014/main" id="{BB849688-9D53-4DF1-9284-942EA50C49B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Gerader Verbinder 1120">
              <a:extLst>
                <a:ext uri="{FF2B5EF4-FFF2-40B4-BE49-F238E27FC236}">
                  <a16:creationId xmlns:a16="http://schemas.microsoft.com/office/drawing/2014/main" id="{178DAE56-0B08-4998-A07C-67DF07BB9FE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Gerader Verbinder 1121">
              <a:extLst>
                <a:ext uri="{FF2B5EF4-FFF2-40B4-BE49-F238E27FC236}">
                  <a16:creationId xmlns:a16="http://schemas.microsoft.com/office/drawing/2014/main" id="{E80FBE63-88D8-4EB3-88CC-C54115163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Gerader Verbinder 1122">
              <a:extLst>
                <a:ext uri="{FF2B5EF4-FFF2-40B4-BE49-F238E27FC236}">
                  <a16:creationId xmlns:a16="http://schemas.microsoft.com/office/drawing/2014/main" id="{61AE77BC-0177-41E1-969A-F5B13AA521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Gerader Verbinder 1123">
              <a:extLst>
                <a:ext uri="{FF2B5EF4-FFF2-40B4-BE49-F238E27FC236}">
                  <a16:creationId xmlns:a16="http://schemas.microsoft.com/office/drawing/2014/main" id="{3D633825-E709-4088-BA28-DEA72DDEA1E9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Gerader Verbinder 1124">
              <a:extLst>
                <a:ext uri="{FF2B5EF4-FFF2-40B4-BE49-F238E27FC236}">
                  <a16:creationId xmlns:a16="http://schemas.microsoft.com/office/drawing/2014/main" id="{29101F3D-B8DF-4DF0-BCE9-483F3E03717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Gerader Verbinder 1125">
              <a:extLst>
                <a:ext uri="{FF2B5EF4-FFF2-40B4-BE49-F238E27FC236}">
                  <a16:creationId xmlns:a16="http://schemas.microsoft.com/office/drawing/2014/main" id="{5210E6F9-461B-47B9-879E-3A179201A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Gerader Verbinder 1126">
              <a:extLst>
                <a:ext uri="{FF2B5EF4-FFF2-40B4-BE49-F238E27FC236}">
                  <a16:creationId xmlns:a16="http://schemas.microsoft.com/office/drawing/2014/main" id="{FD996797-A638-4E1E-9EEB-223D694D64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Gerader Verbinder 1127">
              <a:extLst>
                <a:ext uri="{FF2B5EF4-FFF2-40B4-BE49-F238E27FC236}">
                  <a16:creationId xmlns:a16="http://schemas.microsoft.com/office/drawing/2014/main" id="{ACB7D243-872F-4302-ADF4-9ABB2F9D8BE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Gerader Verbinder 1128">
              <a:extLst>
                <a:ext uri="{FF2B5EF4-FFF2-40B4-BE49-F238E27FC236}">
                  <a16:creationId xmlns:a16="http://schemas.microsoft.com/office/drawing/2014/main" id="{C5D89001-C526-4C2C-92DB-2D56AE295AD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Gerader Verbinder 1129">
              <a:extLst>
                <a:ext uri="{FF2B5EF4-FFF2-40B4-BE49-F238E27FC236}">
                  <a16:creationId xmlns:a16="http://schemas.microsoft.com/office/drawing/2014/main" id="{089E216C-7F8D-4D3F-9B0D-2909EB89AB0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Gerader Verbinder 1130">
              <a:extLst>
                <a:ext uri="{FF2B5EF4-FFF2-40B4-BE49-F238E27FC236}">
                  <a16:creationId xmlns:a16="http://schemas.microsoft.com/office/drawing/2014/main" id="{3AD09179-A84E-4FBB-BABE-468C2B1AC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Gerader Verbinder 1131">
              <a:extLst>
                <a:ext uri="{FF2B5EF4-FFF2-40B4-BE49-F238E27FC236}">
                  <a16:creationId xmlns:a16="http://schemas.microsoft.com/office/drawing/2014/main" id="{C0CE631A-3850-42F2-8B9C-A79ACB609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Gerader Verbinder 1132">
              <a:extLst>
                <a:ext uri="{FF2B5EF4-FFF2-40B4-BE49-F238E27FC236}">
                  <a16:creationId xmlns:a16="http://schemas.microsoft.com/office/drawing/2014/main" id="{CF1D4A68-FE76-406B-A4C8-436C0C886264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Gerader Verbinder 1133">
              <a:extLst>
                <a:ext uri="{FF2B5EF4-FFF2-40B4-BE49-F238E27FC236}">
                  <a16:creationId xmlns:a16="http://schemas.microsoft.com/office/drawing/2014/main" id="{DD17ACF2-F24B-4AC9-B366-991C1A4D8731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Gerader Verbinder 1134">
              <a:extLst>
                <a:ext uri="{FF2B5EF4-FFF2-40B4-BE49-F238E27FC236}">
                  <a16:creationId xmlns:a16="http://schemas.microsoft.com/office/drawing/2014/main" id="{C0459881-5BB5-476B-B03F-C53C374FE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Gerader Verbinder 1135">
              <a:extLst>
                <a:ext uri="{FF2B5EF4-FFF2-40B4-BE49-F238E27FC236}">
                  <a16:creationId xmlns:a16="http://schemas.microsoft.com/office/drawing/2014/main" id="{978C5276-591D-4DED-B2C5-40BC6748EB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Gerader Verbinder 1136">
              <a:extLst>
                <a:ext uri="{FF2B5EF4-FFF2-40B4-BE49-F238E27FC236}">
                  <a16:creationId xmlns:a16="http://schemas.microsoft.com/office/drawing/2014/main" id="{58D92F44-7925-403E-BBB4-8AE2828A7B81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Gerader Verbinder 1137">
              <a:extLst>
                <a:ext uri="{FF2B5EF4-FFF2-40B4-BE49-F238E27FC236}">
                  <a16:creationId xmlns:a16="http://schemas.microsoft.com/office/drawing/2014/main" id="{EDCDD30A-99DF-44DF-8A00-4C09D7B27CCF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Gerader Verbinder 1138">
              <a:extLst>
                <a:ext uri="{FF2B5EF4-FFF2-40B4-BE49-F238E27FC236}">
                  <a16:creationId xmlns:a16="http://schemas.microsoft.com/office/drawing/2014/main" id="{BD227839-56AD-41A1-A05C-28E2380A449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Gerader Verbinder 1139">
              <a:extLst>
                <a:ext uri="{FF2B5EF4-FFF2-40B4-BE49-F238E27FC236}">
                  <a16:creationId xmlns:a16="http://schemas.microsoft.com/office/drawing/2014/main" id="{F00D7869-1894-45C6-98AF-721675431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Gerader Verbinder 1140">
              <a:extLst>
                <a:ext uri="{FF2B5EF4-FFF2-40B4-BE49-F238E27FC236}">
                  <a16:creationId xmlns:a16="http://schemas.microsoft.com/office/drawing/2014/main" id="{7A049AEE-737E-489C-9504-413529A6D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Gerader Verbinder 1141">
              <a:extLst>
                <a:ext uri="{FF2B5EF4-FFF2-40B4-BE49-F238E27FC236}">
                  <a16:creationId xmlns:a16="http://schemas.microsoft.com/office/drawing/2014/main" id="{F7B3E6A5-9E30-4DA8-942B-FAE1E2201CE0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Gerader Verbinder 1142">
              <a:extLst>
                <a:ext uri="{FF2B5EF4-FFF2-40B4-BE49-F238E27FC236}">
                  <a16:creationId xmlns:a16="http://schemas.microsoft.com/office/drawing/2014/main" id="{DD134AF2-C715-48F5-BF1E-0AEC9964CDF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Gerader Verbinder 1143">
              <a:extLst>
                <a:ext uri="{FF2B5EF4-FFF2-40B4-BE49-F238E27FC236}">
                  <a16:creationId xmlns:a16="http://schemas.microsoft.com/office/drawing/2014/main" id="{0AE56825-DA8B-4E8F-8F55-8CD357624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5" name="Gerader Verbinder 1144">
              <a:extLst>
                <a:ext uri="{FF2B5EF4-FFF2-40B4-BE49-F238E27FC236}">
                  <a16:creationId xmlns:a16="http://schemas.microsoft.com/office/drawing/2014/main" id="{3B1219D2-10E5-48F4-8102-E5E0EB68A2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Gerader Verbinder 1145">
              <a:extLst>
                <a:ext uri="{FF2B5EF4-FFF2-40B4-BE49-F238E27FC236}">
                  <a16:creationId xmlns:a16="http://schemas.microsoft.com/office/drawing/2014/main" id="{A5A0BECF-1472-4778-ADB2-77A093BE2B0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7" name="Gerader Verbinder 1146">
              <a:extLst>
                <a:ext uri="{FF2B5EF4-FFF2-40B4-BE49-F238E27FC236}">
                  <a16:creationId xmlns:a16="http://schemas.microsoft.com/office/drawing/2014/main" id="{BB087856-4D60-4EFA-8F63-D92495684DD3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Gerader Verbinder 1147">
              <a:extLst>
                <a:ext uri="{FF2B5EF4-FFF2-40B4-BE49-F238E27FC236}">
                  <a16:creationId xmlns:a16="http://schemas.microsoft.com/office/drawing/2014/main" id="{8DFA56D3-AB59-4632-BEEE-2E0032FFD61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Gerader Verbinder 1148">
              <a:extLst>
                <a:ext uri="{FF2B5EF4-FFF2-40B4-BE49-F238E27FC236}">
                  <a16:creationId xmlns:a16="http://schemas.microsoft.com/office/drawing/2014/main" id="{D9928998-C746-450D-80DD-C57CC7BF5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Gerader Verbinder 1149">
              <a:extLst>
                <a:ext uri="{FF2B5EF4-FFF2-40B4-BE49-F238E27FC236}">
                  <a16:creationId xmlns:a16="http://schemas.microsoft.com/office/drawing/2014/main" id="{DD24DAA5-1612-4F55-86EE-5F109256E4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Gerader Verbinder 1150">
              <a:extLst>
                <a:ext uri="{FF2B5EF4-FFF2-40B4-BE49-F238E27FC236}">
                  <a16:creationId xmlns:a16="http://schemas.microsoft.com/office/drawing/2014/main" id="{B0ECD64D-DFD2-4937-84D7-C89827DCDFB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Gerader Verbinder 1151">
              <a:extLst>
                <a:ext uri="{FF2B5EF4-FFF2-40B4-BE49-F238E27FC236}">
                  <a16:creationId xmlns:a16="http://schemas.microsoft.com/office/drawing/2014/main" id="{E8C4AB21-89E1-472B-A06E-AF151604D05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Gerader Verbinder 1152">
              <a:extLst>
                <a:ext uri="{FF2B5EF4-FFF2-40B4-BE49-F238E27FC236}">
                  <a16:creationId xmlns:a16="http://schemas.microsoft.com/office/drawing/2014/main" id="{7DC40816-7FB3-47D4-B6AB-834D903CC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Gerader Verbinder 1153">
              <a:extLst>
                <a:ext uri="{FF2B5EF4-FFF2-40B4-BE49-F238E27FC236}">
                  <a16:creationId xmlns:a16="http://schemas.microsoft.com/office/drawing/2014/main" id="{E690A3FB-AD82-4C91-A59D-9C9F002819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Gerader Verbinder 1154">
              <a:extLst>
                <a:ext uri="{FF2B5EF4-FFF2-40B4-BE49-F238E27FC236}">
                  <a16:creationId xmlns:a16="http://schemas.microsoft.com/office/drawing/2014/main" id="{B8A72714-FA2D-4BA4-85B3-C5B4CAAD9FED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Gerader Verbinder 1155">
              <a:extLst>
                <a:ext uri="{FF2B5EF4-FFF2-40B4-BE49-F238E27FC236}">
                  <a16:creationId xmlns:a16="http://schemas.microsoft.com/office/drawing/2014/main" id="{73BEE31F-705D-4137-89A5-AD3C29C8CC2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7" name="Gerader Verbinder 1156">
              <a:extLst>
                <a:ext uri="{FF2B5EF4-FFF2-40B4-BE49-F238E27FC236}">
                  <a16:creationId xmlns:a16="http://schemas.microsoft.com/office/drawing/2014/main" id="{221D6520-907C-4149-AEE6-A8EE8996BFF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Gerader Verbinder 1157">
              <a:extLst>
                <a:ext uri="{FF2B5EF4-FFF2-40B4-BE49-F238E27FC236}">
                  <a16:creationId xmlns:a16="http://schemas.microsoft.com/office/drawing/2014/main" id="{2B990B40-DD00-4373-8E10-F983D6CA8A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Gerader Verbinder 1158">
              <a:extLst>
                <a:ext uri="{FF2B5EF4-FFF2-40B4-BE49-F238E27FC236}">
                  <a16:creationId xmlns:a16="http://schemas.microsoft.com/office/drawing/2014/main" id="{A2276E35-BA25-4B44-B79D-A49236D99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Gerader Verbinder 1159">
              <a:extLst>
                <a:ext uri="{FF2B5EF4-FFF2-40B4-BE49-F238E27FC236}">
                  <a16:creationId xmlns:a16="http://schemas.microsoft.com/office/drawing/2014/main" id="{87922353-A042-44BF-84A1-95B5B150FF7A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Gerader Verbinder 1160">
              <a:extLst>
                <a:ext uri="{FF2B5EF4-FFF2-40B4-BE49-F238E27FC236}">
                  <a16:creationId xmlns:a16="http://schemas.microsoft.com/office/drawing/2014/main" id="{69F804E9-A61A-49E9-ADDA-BF1A8D615F6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Gerader Verbinder 1161">
              <a:extLst>
                <a:ext uri="{FF2B5EF4-FFF2-40B4-BE49-F238E27FC236}">
                  <a16:creationId xmlns:a16="http://schemas.microsoft.com/office/drawing/2014/main" id="{34BF053A-AD40-4981-9F53-5FE0E6B1D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3" name="Gerader Verbinder 1162">
              <a:extLst>
                <a:ext uri="{FF2B5EF4-FFF2-40B4-BE49-F238E27FC236}">
                  <a16:creationId xmlns:a16="http://schemas.microsoft.com/office/drawing/2014/main" id="{B70B5FEE-1712-41BA-90B1-37A39B66A6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Gerader Verbinder 1163">
              <a:extLst>
                <a:ext uri="{FF2B5EF4-FFF2-40B4-BE49-F238E27FC236}">
                  <a16:creationId xmlns:a16="http://schemas.microsoft.com/office/drawing/2014/main" id="{769A366B-1FB5-42C4-B4BF-EF5D404B7A6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Gerader Verbinder 1164">
              <a:extLst>
                <a:ext uri="{FF2B5EF4-FFF2-40B4-BE49-F238E27FC236}">
                  <a16:creationId xmlns:a16="http://schemas.microsoft.com/office/drawing/2014/main" id="{6B093B4A-D6E4-402D-A3AD-F6897E2F1DD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6" name="Gerader Verbinder 1165">
              <a:extLst>
                <a:ext uri="{FF2B5EF4-FFF2-40B4-BE49-F238E27FC236}">
                  <a16:creationId xmlns:a16="http://schemas.microsoft.com/office/drawing/2014/main" id="{C7E07917-0F57-44B4-A962-5E6309180DF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Gerader Verbinder 1166">
              <a:extLst>
                <a:ext uri="{FF2B5EF4-FFF2-40B4-BE49-F238E27FC236}">
                  <a16:creationId xmlns:a16="http://schemas.microsoft.com/office/drawing/2014/main" id="{93C97B40-9691-4F1C-9A22-AE9F757728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Gerader Verbinder 1167">
              <a:extLst>
                <a:ext uri="{FF2B5EF4-FFF2-40B4-BE49-F238E27FC236}">
                  <a16:creationId xmlns:a16="http://schemas.microsoft.com/office/drawing/2014/main" id="{CF0DF6A8-8817-4EAA-A836-F4139EF10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9" name="Gruppieren 1168">
            <a:extLst>
              <a:ext uri="{FF2B5EF4-FFF2-40B4-BE49-F238E27FC236}">
                <a16:creationId xmlns:a16="http://schemas.microsoft.com/office/drawing/2014/main" id="{0795236B-1A8A-473B-BF9D-AB7D5416387F}"/>
              </a:ext>
            </a:extLst>
          </p:cNvPr>
          <p:cNvGrpSpPr/>
          <p:nvPr/>
        </p:nvGrpSpPr>
        <p:grpSpPr>
          <a:xfrm>
            <a:off x="10024348" y="-239491"/>
            <a:ext cx="3730229" cy="3921995"/>
            <a:chOff x="-456087" y="-2624137"/>
            <a:chExt cx="12960000" cy="12953349"/>
          </a:xfrm>
        </p:grpSpPr>
        <p:cxnSp>
          <p:nvCxnSpPr>
            <p:cNvPr id="1170" name="Gerader Verbinder 1169">
              <a:extLst>
                <a:ext uri="{FF2B5EF4-FFF2-40B4-BE49-F238E27FC236}">
                  <a16:creationId xmlns:a16="http://schemas.microsoft.com/office/drawing/2014/main" id="{DC191FEB-9A7B-4848-A305-72B6058B16B1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Gerader Verbinder 1170">
              <a:extLst>
                <a:ext uri="{FF2B5EF4-FFF2-40B4-BE49-F238E27FC236}">
                  <a16:creationId xmlns:a16="http://schemas.microsoft.com/office/drawing/2014/main" id="{4721C926-1E1B-4978-8D45-C37FD99E5B9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Gerader Verbinder 1171">
              <a:extLst>
                <a:ext uri="{FF2B5EF4-FFF2-40B4-BE49-F238E27FC236}">
                  <a16:creationId xmlns:a16="http://schemas.microsoft.com/office/drawing/2014/main" id="{B010F8FD-C59E-4619-BEF6-598116E3D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3" name="Gerader Verbinder 1172">
              <a:extLst>
                <a:ext uri="{FF2B5EF4-FFF2-40B4-BE49-F238E27FC236}">
                  <a16:creationId xmlns:a16="http://schemas.microsoft.com/office/drawing/2014/main" id="{1FC51098-7AD4-4839-8FDE-FA5E0B27A0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4" name="Gerader Verbinder 1173">
              <a:extLst>
                <a:ext uri="{FF2B5EF4-FFF2-40B4-BE49-F238E27FC236}">
                  <a16:creationId xmlns:a16="http://schemas.microsoft.com/office/drawing/2014/main" id="{72741841-6E46-4567-87F2-D66730C7ADD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5" name="Gerader Verbinder 1174">
              <a:extLst>
                <a:ext uri="{FF2B5EF4-FFF2-40B4-BE49-F238E27FC236}">
                  <a16:creationId xmlns:a16="http://schemas.microsoft.com/office/drawing/2014/main" id="{9FDB4EA9-4E04-4C4B-81BA-57A26810378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Gerader Verbinder 1175">
              <a:extLst>
                <a:ext uri="{FF2B5EF4-FFF2-40B4-BE49-F238E27FC236}">
                  <a16:creationId xmlns:a16="http://schemas.microsoft.com/office/drawing/2014/main" id="{4400382A-C330-4790-8ABA-D1BCCC0AE36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Gerader Verbinder 1176">
              <a:extLst>
                <a:ext uri="{FF2B5EF4-FFF2-40B4-BE49-F238E27FC236}">
                  <a16:creationId xmlns:a16="http://schemas.microsoft.com/office/drawing/2014/main" id="{E0A1582A-B40F-4F90-81ED-459DBDBA0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8" name="Gerader Verbinder 1177">
              <a:extLst>
                <a:ext uri="{FF2B5EF4-FFF2-40B4-BE49-F238E27FC236}">
                  <a16:creationId xmlns:a16="http://schemas.microsoft.com/office/drawing/2014/main" id="{26FB1B25-A27E-4E5F-9D5E-D2BEE71366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9" name="Gerader Verbinder 1178">
              <a:extLst>
                <a:ext uri="{FF2B5EF4-FFF2-40B4-BE49-F238E27FC236}">
                  <a16:creationId xmlns:a16="http://schemas.microsoft.com/office/drawing/2014/main" id="{9BE01FFB-D2A3-4BBA-8DBA-835902E67432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0" name="Gerader Verbinder 1179">
              <a:extLst>
                <a:ext uri="{FF2B5EF4-FFF2-40B4-BE49-F238E27FC236}">
                  <a16:creationId xmlns:a16="http://schemas.microsoft.com/office/drawing/2014/main" id="{66054925-F3FB-47EC-84ED-9BAB1BA2BF6F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1" name="Gerader Verbinder 1180">
              <a:extLst>
                <a:ext uri="{FF2B5EF4-FFF2-40B4-BE49-F238E27FC236}">
                  <a16:creationId xmlns:a16="http://schemas.microsoft.com/office/drawing/2014/main" id="{72C60766-6A4D-422B-BAB8-9CC50D96D7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Gerader Verbinder 1181">
              <a:extLst>
                <a:ext uri="{FF2B5EF4-FFF2-40B4-BE49-F238E27FC236}">
                  <a16:creationId xmlns:a16="http://schemas.microsoft.com/office/drawing/2014/main" id="{4EAC4DEC-8E1C-43D0-8768-0DC88BF2D3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Gerader Verbinder 1182">
              <a:extLst>
                <a:ext uri="{FF2B5EF4-FFF2-40B4-BE49-F238E27FC236}">
                  <a16:creationId xmlns:a16="http://schemas.microsoft.com/office/drawing/2014/main" id="{0B5C67ED-25C0-445E-8166-6192D76C39C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Gerader Verbinder 1183">
              <a:extLst>
                <a:ext uri="{FF2B5EF4-FFF2-40B4-BE49-F238E27FC236}">
                  <a16:creationId xmlns:a16="http://schemas.microsoft.com/office/drawing/2014/main" id="{70509552-BCF6-4114-AF60-10BD9AB2907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5" name="Gerader Verbinder 1184">
              <a:extLst>
                <a:ext uri="{FF2B5EF4-FFF2-40B4-BE49-F238E27FC236}">
                  <a16:creationId xmlns:a16="http://schemas.microsoft.com/office/drawing/2014/main" id="{AC380394-7C5B-451F-83FD-987CFCD3D10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Gerader Verbinder 1185">
              <a:extLst>
                <a:ext uri="{FF2B5EF4-FFF2-40B4-BE49-F238E27FC236}">
                  <a16:creationId xmlns:a16="http://schemas.microsoft.com/office/drawing/2014/main" id="{BB31AD29-DFBE-494F-9CB2-958CF2696E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" name="Gerader Verbinder 1186">
              <a:extLst>
                <a:ext uri="{FF2B5EF4-FFF2-40B4-BE49-F238E27FC236}">
                  <a16:creationId xmlns:a16="http://schemas.microsoft.com/office/drawing/2014/main" id="{F9BD3ACA-7AF6-4347-AD55-D287457F7D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" name="Gerader Verbinder 1187">
              <a:extLst>
                <a:ext uri="{FF2B5EF4-FFF2-40B4-BE49-F238E27FC236}">
                  <a16:creationId xmlns:a16="http://schemas.microsoft.com/office/drawing/2014/main" id="{BBC719CA-B6B3-4412-83C3-16D18597EA6B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" name="Gerader Verbinder 1188">
              <a:extLst>
                <a:ext uri="{FF2B5EF4-FFF2-40B4-BE49-F238E27FC236}">
                  <a16:creationId xmlns:a16="http://schemas.microsoft.com/office/drawing/2014/main" id="{B155CACF-20C8-4C3E-9854-AF4868D22BB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0" name="Gerader Verbinder 1189">
              <a:extLst>
                <a:ext uri="{FF2B5EF4-FFF2-40B4-BE49-F238E27FC236}">
                  <a16:creationId xmlns:a16="http://schemas.microsoft.com/office/drawing/2014/main" id="{657D7B6F-6BC8-416D-BFD4-4DADFBED1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1" name="Gerader Verbinder 1190">
              <a:extLst>
                <a:ext uri="{FF2B5EF4-FFF2-40B4-BE49-F238E27FC236}">
                  <a16:creationId xmlns:a16="http://schemas.microsoft.com/office/drawing/2014/main" id="{B2726EC5-26CF-4A0D-B4D2-E85470EF93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Gerader Verbinder 1191">
              <a:extLst>
                <a:ext uri="{FF2B5EF4-FFF2-40B4-BE49-F238E27FC236}">
                  <a16:creationId xmlns:a16="http://schemas.microsoft.com/office/drawing/2014/main" id="{72C0DE17-19C5-4F08-B28D-8C222D09DA0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3" name="Gerader Verbinder 1192">
              <a:extLst>
                <a:ext uri="{FF2B5EF4-FFF2-40B4-BE49-F238E27FC236}">
                  <a16:creationId xmlns:a16="http://schemas.microsoft.com/office/drawing/2014/main" id="{B8447C6C-EA24-4E86-B9A8-FBA43F65862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Gerader Verbinder 1193">
              <a:extLst>
                <a:ext uri="{FF2B5EF4-FFF2-40B4-BE49-F238E27FC236}">
                  <a16:creationId xmlns:a16="http://schemas.microsoft.com/office/drawing/2014/main" id="{6EA4A3BE-1B26-4B08-ADEA-2644E7EEFCC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5" name="Gerader Verbinder 1194">
              <a:extLst>
                <a:ext uri="{FF2B5EF4-FFF2-40B4-BE49-F238E27FC236}">
                  <a16:creationId xmlns:a16="http://schemas.microsoft.com/office/drawing/2014/main" id="{7B561B07-6480-4A52-AC2C-8BCFF5740D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Gerader Verbinder 1195">
              <a:extLst>
                <a:ext uri="{FF2B5EF4-FFF2-40B4-BE49-F238E27FC236}">
                  <a16:creationId xmlns:a16="http://schemas.microsoft.com/office/drawing/2014/main" id="{4CE5A6E7-7402-4523-A42E-1E92B47EC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7" name="Gerader Verbinder 1196">
              <a:extLst>
                <a:ext uri="{FF2B5EF4-FFF2-40B4-BE49-F238E27FC236}">
                  <a16:creationId xmlns:a16="http://schemas.microsoft.com/office/drawing/2014/main" id="{30169DAE-FED6-48CE-859E-90FDE91FC5DC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8" name="Gerader Verbinder 1197">
              <a:extLst>
                <a:ext uri="{FF2B5EF4-FFF2-40B4-BE49-F238E27FC236}">
                  <a16:creationId xmlns:a16="http://schemas.microsoft.com/office/drawing/2014/main" id="{2C5910AC-EAE3-4350-88DB-1CCF3A0A256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9" name="Gerader Verbinder 1198">
              <a:extLst>
                <a:ext uri="{FF2B5EF4-FFF2-40B4-BE49-F238E27FC236}">
                  <a16:creationId xmlns:a16="http://schemas.microsoft.com/office/drawing/2014/main" id="{BF242BE8-18AF-4166-8B48-9123723D18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Gerader Verbinder 1199">
              <a:extLst>
                <a:ext uri="{FF2B5EF4-FFF2-40B4-BE49-F238E27FC236}">
                  <a16:creationId xmlns:a16="http://schemas.microsoft.com/office/drawing/2014/main" id="{6E537344-FEA5-40A4-9698-6C5FAB162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1" name="Gerader Verbinder 1200">
              <a:extLst>
                <a:ext uri="{FF2B5EF4-FFF2-40B4-BE49-F238E27FC236}">
                  <a16:creationId xmlns:a16="http://schemas.microsoft.com/office/drawing/2014/main" id="{C5C7FB88-1CA5-4428-A5E9-FA8BEFBBD7FB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2" name="Gerader Verbinder 1201">
              <a:extLst>
                <a:ext uri="{FF2B5EF4-FFF2-40B4-BE49-F238E27FC236}">
                  <a16:creationId xmlns:a16="http://schemas.microsoft.com/office/drawing/2014/main" id="{8508A7A9-4A1B-4DD7-8B22-38886C6C450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3" name="Gerader Verbinder 1202">
              <a:extLst>
                <a:ext uri="{FF2B5EF4-FFF2-40B4-BE49-F238E27FC236}">
                  <a16:creationId xmlns:a16="http://schemas.microsoft.com/office/drawing/2014/main" id="{908EBCDE-934F-49E3-ACA3-96513F10F14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4" name="Gerader Verbinder 1203">
              <a:extLst>
                <a:ext uri="{FF2B5EF4-FFF2-40B4-BE49-F238E27FC236}">
                  <a16:creationId xmlns:a16="http://schemas.microsoft.com/office/drawing/2014/main" id="{26A5A624-11EE-4113-9D8A-4050F25C8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Gerader Verbinder 1204">
              <a:extLst>
                <a:ext uri="{FF2B5EF4-FFF2-40B4-BE49-F238E27FC236}">
                  <a16:creationId xmlns:a16="http://schemas.microsoft.com/office/drawing/2014/main" id="{A80800D6-FD63-4ABF-BC6B-1324B6A0F8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Gerader Verbinder 1205">
              <a:extLst>
                <a:ext uri="{FF2B5EF4-FFF2-40B4-BE49-F238E27FC236}">
                  <a16:creationId xmlns:a16="http://schemas.microsoft.com/office/drawing/2014/main" id="{FFAB1392-91D2-41EB-A1D1-D5FA0C7EBB4F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Gerader Verbinder 1206">
              <a:extLst>
                <a:ext uri="{FF2B5EF4-FFF2-40B4-BE49-F238E27FC236}">
                  <a16:creationId xmlns:a16="http://schemas.microsoft.com/office/drawing/2014/main" id="{FE0FFE36-7228-45B1-ACE7-7BD38B36E41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8" name="Gerader Verbinder 1207">
              <a:extLst>
                <a:ext uri="{FF2B5EF4-FFF2-40B4-BE49-F238E27FC236}">
                  <a16:creationId xmlns:a16="http://schemas.microsoft.com/office/drawing/2014/main" id="{395B9211-C614-4078-ADA4-92E6A0E05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9" name="Gerader Verbinder 1208">
              <a:extLst>
                <a:ext uri="{FF2B5EF4-FFF2-40B4-BE49-F238E27FC236}">
                  <a16:creationId xmlns:a16="http://schemas.microsoft.com/office/drawing/2014/main" id="{2449AD2F-FC64-4225-8D8B-B825C4686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0" name="Gerader Verbinder 1209">
              <a:extLst>
                <a:ext uri="{FF2B5EF4-FFF2-40B4-BE49-F238E27FC236}">
                  <a16:creationId xmlns:a16="http://schemas.microsoft.com/office/drawing/2014/main" id="{DC20E3C5-0761-4FD5-9499-262E0153427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1" name="Gerader Verbinder 1210">
              <a:extLst>
                <a:ext uri="{FF2B5EF4-FFF2-40B4-BE49-F238E27FC236}">
                  <a16:creationId xmlns:a16="http://schemas.microsoft.com/office/drawing/2014/main" id="{5CB23DCA-FF08-49DD-ABA8-C4F836ABD8D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Gerader Verbinder 1211">
              <a:extLst>
                <a:ext uri="{FF2B5EF4-FFF2-40B4-BE49-F238E27FC236}">
                  <a16:creationId xmlns:a16="http://schemas.microsoft.com/office/drawing/2014/main" id="{D6DBEA42-F2A5-48E1-A40C-7E36C99E1A27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3" name="Gerader Verbinder 1212">
              <a:extLst>
                <a:ext uri="{FF2B5EF4-FFF2-40B4-BE49-F238E27FC236}">
                  <a16:creationId xmlns:a16="http://schemas.microsoft.com/office/drawing/2014/main" id="{C1DD41E0-DD3D-4700-A2F3-7E82D1C1C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4" name="Gerader Verbinder 1213">
              <a:extLst>
                <a:ext uri="{FF2B5EF4-FFF2-40B4-BE49-F238E27FC236}">
                  <a16:creationId xmlns:a16="http://schemas.microsoft.com/office/drawing/2014/main" id="{A6301823-7963-44C4-B785-F8EEA8CB3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Gerader Verbinder 1214">
              <a:extLst>
                <a:ext uri="{FF2B5EF4-FFF2-40B4-BE49-F238E27FC236}">
                  <a16:creationId xmlns:a16="http://schemas.microsoft.com/office/drawing/2014/main" id="{D0F7C937-CF26-4E0A-BBD4-64B2812A4583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Gerader Verbinder 1215">
              <a:extLst>
                <a:ext uri="{FF2B5EF4-FFF2-40B4-BE49-F238E27FC236}">
                  <a16:creationId xmlns:a16="http://schemas.microsoft.com/office/drawing/2014/main" id="{27D0816C-37A1-4993-A5E5-AC7039F9F56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7" name="Gerader Verbinder 1216">
              <a:extLst>
                <a:ext uri="{FF2B5EF4-FFF2-40B4-BE49-F238E27FC236}">
                  <a16:creationId xmlns:a16="http://schemas.microsoft.com/office/drawing/2014/main" id="{E222A18B-D1F5-4463-BFD3-505C6A2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8" name="Gerader Verbinder 1217">
              <a:extLst>
                <a:ext uri="{FF2B5EF4-FFF2-40B4-BE49-F238E27FC236}">
                  <a16:creationId xmlns:a16="http://schemas.microsoft.com/office/drawing/2014/main" id="{EC46633E-28F2-4C92-8D64-7302EA54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Gerader Verbinder 1218">
              <a:extLst>
                <a:ext uri="{FF2B5EF4-FFF2-40B4-BE49-F238E27FC236}">
                  <a16:creationId xmlns:a16="http://schemas.microsoft.com/office/drawing/2014/main" id="{0B927108-7E07-4FF7-B9C4-3EA61CF56AA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Gerader Verbinder 1219">
              <a:extLst>
                <a:ext uri="{FF2B5EF4-FFF2-40B4-BE49-F238E27FC236}">
                  <a16:creationId xmlns:a16="http://schemas.microsoft.com/office/drawing/2014/main" id="{2249A651-6949-498A-BEA4-AAE2278F419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Gerader Verbinder 1220">
              <a:extLst>
                <a:ext uri="{FF2B5EF4-FFF2-40B4-BE49-F238E27FC236}">
                  <a16:creationId xmlns:a16="http://schemas.microsoft.com/office/drawing/2014/main" id="{3B767E0C-FFAC-440A-8F0F-388EE2335C5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Gerader Verbinder 1221">
              <a:extLst>
                <a:ext uri="{FF2B5EF4-FFF2-40B4-BE49-F238E27FC236}">
                  <a16:creationId xmlns:a16="http://schemas.microsoft.com/office/drawing/2014/main" id="{902C9275-E58C-45BF-98C5-DC9FA1C792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Gerader Verbinder 1222">
              <a:extLst>
                <a:ext uri="{FF2B5EF4-FFF2-40B4-BE49-F238E27FC236}">
                  <a16:creationId xmlns:a16="http://schemas.microsoft.com/office/drawing/2014/main" id="{C4F8001E-07B8-48DC-BD51-8F2D3B934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4" name="Gerader Verbinder 1223">
              <a:extLst>
                <a:ext uri="{FF2B5EF4-FFF2-40B4-BE49-F238E27FC236}">
                  <a16:creationId xmlns:a16="http://schemas.microsoft.com/office/drawing/2014/main" id="{CF3BDE08-D3EC-42D6-9994-D02EE14F0830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5" name="Gerader Verbinder 1224">
              <a:extLst>
                <a:ext uri="{FF2B5EF4-FFF2-40B4-BE49-F238E27FC236}">
                  <a16:creationId xmlns:a16="http://schemas.microsoft.com/office/drawing/2014/main" id="{87A0058A-2915-43D8-8BBF-E8072E53D20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6" name="Gerader Verbinder 1225">
              <a:extLst>
                <a:ext uri="{FF2B5EF4-FFF2-40B4-BE49-F238E27FC236}">
                  <a16:creationId xmlns:a16="http://schemas.microsoft.com/office/drawing/2014/main" id="{AC796FE7-BDB2-420A-885E-BC583717C1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7" name="Gerader Verbinder 1226">
              <a:extLst>
                <a:ext uri="{FF2B5EF4-FFF2-40B4-BE49-F238E27FC236}">
                  <a16:creationId xmlns:a16="http://schemas.microsoft.com/office/drawing/2014/main" id="{39561360-AADB-4445-A2E1-2F02786BE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Gerader Verbinder 1227">
              <a:extLst>
                <a:ext uri="{FF2B5EF4-FFF2-40B4-BE49-F238E27FC236}">
                  <a16:creationId xmlns:a16="http://schemas.microsoft.com/office/drawing/2014/main" id="{12F19B42-F5A7-45E7-BF61-ECE84CB6AB7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9" name="Gerader Verbinder 1228">
              <a:extLst>
                <a:ext uri="{FF2B5EF4-FFF2-40B4-BE49-F238E27FC236}">
                  <a16:creationId xmlns:a16="http://schemas.microsoft.com/office/drawing/2014/main" id="{19089D52-AEF6-4EDE-8E65-2C8F1B6D910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" name="Gerader Verbinder 1229">
              <a:extLst>
                <a:ext uri="{FF2B5EF4-FFF2-40B4-BE49-F238E27FC236}">
                  <a16:creationId xmlns:a16="http://schemas.microsoft.com/office/drawing/2014/main" id="{6491CB1B-BA02-4BE0-86A0-C9464F0DA18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1" name="Gerader Verbinder 1230">
              <a:extLst>
                <a:ext uri="{FF2B5EF4-FFF2-40B4-BE49-F238E27FC236}">
                  <a16:creationId xmlns:a16="http://schemas.microsoft.com/office/drawing/2014/main" id="{38E774D3-3362-484C-B0E6-C4239B3571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2" name="Gerader Verbinder 1231">
              <a:extLst>
                <a:ext uri="{FF2B5EF4-FFF2-40B4-BE49-F238E27FC236}">
                  <a16:creationId xmlns:a16="http://schemas.microsoft.com/office/drawing/2014/main" id="{61960089-D90B-4CD5-82EB-0AA37B800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3" name="Gerader Verbinder 1232">
              <a:extLst>
                <a:ext uri="{FF2B5EF4-FFF2-40B4-BE49-F238E27FC236}">
                  <a16:creationId xmlns:a16="http://schemas.microsoft.com/office/drawing/2014/main" id="{25A57067-884D-4B4E-9FD7-B99CD61D61F2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4" name="Gerader Verbinder 1233">
              <a:extLst>
                <a:ext uri="{FF2B5EF4-FFF2-40B4-BE49-F238E27FC236}">
                  <a16:creationId xmlns:a16="http://schemas.microsoft.com/office/drawing/2014/main" id="{803BE1AC-3543-4D72-801E-1A7D02D856D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Gerader Verbinder 1234">
              <a:extLst>
                <a:ext uri="{FF2B5EF4-FFF2-40B4-BE49-F238E27FC236}">
                  <a16:creationId xmlns:a16="http://schemas.microsoft.com/office/drawing/2014/main" id="{D119696B-5221-420A-A605-BFEECB52E4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6" name="Gerader Verbinder 1235">
              <a:extLst>
                <a:ext uri="{FF2B5EF4-FFF2-40B4-BE49-F238E27FC236}">
                  <a16:creationId xmlns:a16="http://schemas.microsoft.com/office/drawing/2014/main" id="{E650FD31-1859-462A-9F99-D93AC2156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Gerader Verbinder 1236">
              <a:extLst>
                <a:ext uri="{FF2B5EF4-FFF2-40B4-BE49-F238E27FC236}">
                  <a16:creationId xmlns:a16="http://schemas.microsoft.com/office/drawing/2014/main" id="{61DFBE79-7AA9-479C-969E-B855D16D9B4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Gerader Verbinder 1237">
              <a:extLst>
                <a:ext uri="{FF2B5EF4-FFF2-40B4-BE49-F238E27FC236}">
                  <a16:creationId xmlns:a16="http://schemas.microsoft.com/office/drawing/2014/main" id="{A3403445-AD25-4913-B596-29BC74A2BA1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Gerader Verbinder 1238">
              <a:extLst>
                <a:ext uri="{FF2B5EF4-FFF2-40B4-BE49-F238E27FC236}">
                  <a16:creationId xmlns:a16="http://schemas.microsoft.com/office/drawing/2014/main" id="{2B5BBF84-D395-4282-8D92-700510219C2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Gerader Verbinder 1239">
              <a:extLst>
                <a:ext uri="{FF2B5EF4-FFF2-40B4-BE49-F238E27FC236}">
                  <a16:creationId xmlns:a16="http://schemas.microsoft.com/office/drawing/2014/main" id="{F13A1950-C758-4150-98A7-8A60D16DF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Gerader Verbinder 1240">
              <a:extLst>
                <a:ext uri="{FF2B5EF4-FFF2-40B4-BE49-F238E27FC236}">
                  <a16:creationId xmlns:a16="http://schemas.microsoft.com/office/drawing/2014/main" id="{B60E3EFB-1D8F-4681-8CEE-5295F11E84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Gerader Verbinder 1241">
              <a:extLst>
                <a:ext uri="{FF2B5EF4-FFF2-40B4-BE49-F238E27FC236}">
                  <a16:creationId xmlns:a16="http://schemas.microsoft.com/office/drawing/2014/main" id="{3BF708D4-A91C-4F1B-AC87-C713E5F598E5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Gerader Verbinder 1242">
              <a:extLst>
                <a:ext uri="{FF2B5EF4-FFF2-40B4-BE49-F238E27FC236}">
                  <a16:creationId xmlns:a16="http://schemas.microsoft.com/office/drawing/2014/main" id="{42FAB39E-0920-434F-BADE-9CBD0DD6824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Gerader Verbinder 1243">
              <a:extLst>
                <a:ext uri="{FF2B5EF4-FFF2-40B4-BE49-F238E27FC236}">
                  <a16:creationId xmlns:a16="http://schemas.microsoft.com/office/drawing/2014/main" id="{22133BA3-EC16-4ED4-9496-98F1FD146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Gerader Verbinder 1244">
              <a:extLst>
                <a:ext uri="{FF2B5EF4-FFF2-40B4-BE49-F238E27FC236}">
                  <a16:creationId xmlns:a16="http://schemas.microsoft.com/office/drawing/2014/main" id="{5EC150C9-38BF-4D28-895C-50D0DAC8B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Gerader Verbinder 1245">
              <a:extLst>
                <a:ext uri="{FF2B5EF4-FFF2-40B4-BE49-F238E27FC236}">
                  <a16:creationId xmlns:a16="http://schemas.microsoft.com/office/drawing/2014/main" id="{0C68D23B-D534-490C-8565-610BCC6923E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Gerader Verbinder 1246">
              <a:extLst>
                <a:ext uri="{FF2B5EF4-FFF2-40B4-BE49-F238E27FC236}">
                  <a16:creationId xmlns:a16="http://schemas.microsoft.com/office/drawing/2014/main" id="{8968F068-D3E6-4648-83E8-D0F87700CC3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Gerader Verbinder 1247">
              <a:extLst>
                <a:ext uri="{FF2B5EF4-FFF2-40B4-BE49-F238E27FC236}">
                  <a16:creationId xmlns:a16="http://schemas.microsoft.com/office/drawing/2014/main" id="{91E13072-4BD8-4BD4-A94F-1C5EE5CF01E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Gerader Verbinder 1248">
              <a:extLst>
                <a:ext uri="{FF2B5EF4-FFF2-40B4-BE49-F238E27FC236}">
                  <a16:creationId xmlns:a16="http://schemas.microsoft.com/office/drawing/2014/main" id="{6E66F0D4-85CC-4AFC-855B-6B01F993C8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Gerader Verbinder 1249">
              <a:extLst>
                <a:ext uri="{FF2B5EF4-FFF2-40B4-BE49-F238E27FC236}">
                  <a16:creationId xmlns:a16="http://schemas.microsoft.com/office/drawing/2014/main" id="{E2337C0E-BBE4-442A-BDC6-BE0A94853C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705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starrend enthält.&#10;&#10;Automatisch generierte Beschreibung">
            <a:extLst>
              <a:ext uri="{FF2B5EF4-FFF2-40B4-BE49-F238E27FC236}">
                <a16:creationId xmlns:a16="http://schemas.microsoft.com/office/drawing/2014/main" id="{6E3A1FAA-4C31-4C4B-A054-BB742B30C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8" y="526973"/>
            <a:ext cx="3990392" cy="33253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FC49493-C328-4DAD-8F0C-A9DD3A80C7A7}"/>
              </a:ext>
            </a:extLst>
          </p:cNvPr>
          <p:cNvSpPr txBox="1"/>
          <p:nvPr/>
        </p:nvSpPr>
        <p:spPr>
          <a:xfrm>
            <a:off x="6263234" y="1208844"/>
            <a:ext cx="3120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400" dirty="0" err="1"/>
              <a:t>no</a:t>
            </a:r>
            <a:r>
              <a:rPr lang="de-CH" sz="2400" dirty="0"/>
              <a:t>-player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400" dirty="0"/>
              <a:t>Simulation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AB41BB9-5C48-4BC7-8141-882BFAC96618}"/>
              </a:ext>
            </a:extLst>
          </p:cNvPr>
          <p:cNvSpPr txBox="1"/>
          <p:nvPr/>
        </p:nvSpPr>
        <p:spPr>
          <a:xfrm>
            <a:off x="1415639" y="3852300"/>
            <a:ext cx="2941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600" dirty="0">
                <a:latin typeface="Georgia" panose="02040502050405020303" pitchFamily="18" charset="0"/>
              </a:rPr>
              <a:t>John Conway</a:t>
            </a:r>
          </a:p>
        </p:txBody>
      </p:sp>
      <p:grpSp>
        <p:nvGrpSpPr>
          <p:cNvPr id="659" name="Gruppieren 658">
            <a:extLst>
              <a:ext uri="{FF2B5EF4-FFF2-40B4-BE49-F238E27FC236}">
                <a16:creationId xmlns:a16="http://schemas.microsoft.com/office/drawing/2014/main" id="{51165F23-25F2-47AD-8BBF-BD05F192355B}"/>
              </a:ext>
            </a:extLst>
          </p:cNvPr>
          <p:cNvGrpSpPr/>
          <p:nvPr/>
        </p:nvGrpSpPr>
        <p:grpSpPr>
          <a:xfrm>
            <a:off x="4872587" y="2741710"/>
            <a:ext cx="7005088" cy="3752850"/>
            <a:chOff x="-16266933" y="3427319"/>
            <a:chExt cx="14919161" cy="7848472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CFCD8D2D-2E32-447A-A799-5A24C6C7790E}"/>
                </a:ext>
              </a:extLst>
            </p:cNvPr>
            <p:cNvGrpSpPr/>
            <p:nvPr/>
          </p:nvGrpSpPr>
          <p:grpSpPr>
            <a:xfrm>
              <a:off x="-16266933" y="7352115"/>
              <a:ext cx="3730229" cy="3921995"/>
              <a:chOff x="-456087" y="-2624137"/>
              <a:chExt cx="12960000" cy="12953349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053CB656-456E-48C9-894E-95DE44C97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345C4CE3-EFF3-419F-AB41-AFFB0C49F0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19E6B2A3-EB22-46AE-A7E1-2EF8BACA36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AD036978-D9AD-4B94-833F-75FE3F46C9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2450F0C7-C9C3-452C-8D04-28D7C424B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7014B938-9912-4FD0-9BF3-6281EABC94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E091E1DF-B876-44B5-BBCD-C5BCC7F9F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3E3067E5-832B-49EC-991E-883CCFF2AA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6BE56043-FCF1-4ED0-927B-3684A19A0F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F9A61B74-BF30-4FD7-8DBB-B011E27D05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3641C8E4-BF41-4592-B80E-21E46E7EFD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3FEC198F-9813-4EA8-BB24-7F9A38F4F9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5F24623A-AA17-4C56-9742-3AF4E82584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51D79F8D-E5C3-4E4A-9423-16328E3FD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339282F1-7D16-4EEC-9B1C-8F0B7CB46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2DB92EF9-E88F-405C-9F75-262763556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C5A8EB72-C75D-4536-BF41-6672370EE5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B90BCC37-1287-4898-B6A6-F84DB04776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7C9F6655-6DE3-432D-81B2-985E9D1D06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03A22746-3D0B-4648-8578-FFEB138E62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A8C8130E-9D42-4918-B6F8-754040A7F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0A0B46FB-CF10-4B14-8048-CFBF47E02F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2A5AF97F-8873-442F-8D91-BA54377DC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A42A9FE8-74D0-4E45-886C-C0C2976B30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B6CEFA6B-7005-4A25-AAA7-7EE2991189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18135D5C-ED09-462F-92D0-2E8E6E3D66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1B36D63A-0CB6-4B77-B587-2403729A34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2DA0BD0C-8484-411F-895B-F0F4077079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15CD19AB-6E4C-407F-9C2D-019404BCE6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B5B1B0BB-EEB6-4D72-AFF9-C850B95852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DB89F8EB-BEEC-4DA5-AD92-8C37B596DA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05C2573A-31AE-4A9E-BC70-438AD2856D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F955ADE2-0E16-45D6-9B79-F61AE870DB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ED941A6E-087D-40CE-9FD4-96680525A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20E758BB-1488-4E93-81B4-1439896006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BD7A76B0-B597-4B94-A6C0-B720B50AEA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A92CE861-CFC8-4782-B181-D7E31341E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96F98367-503A-4219-9C1B-8F292EB6C4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943E7E6E-251D-4978-A8B0-46B788D2A6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873344A3-6CF4-4567-BFBA-1F077119FC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8E7FB3ED-9D40-4E67-943C-8E236F189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47DAA03B-5F56-4E0D-ACFC-E9861DAD18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r Verbinder 50">
                <a:extLst>
                  <a:ext uri="{FF2B5EF4-FFF2-40B4-BE49-F238E27FC236}">
                    <a16:creationId xmlns:a16="http://schemas.microsoft.com/office/drawing/2014/main" id="{CD29C51D-34EC-40DE-A39F-7C4E472AD0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Gerader Verbinder 51">
                <a:extLst>
                  <a:ext uri="{FF2B5EF4-FFF2-40B4-BE49-F238E27FC236}">
                    <a16:creationId xmlns:a16="http://schemas.microsoft.com/office/drawing/2014/main" id="{5BA967FA-F967-4662-A52B-D2DDCE0577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Gerader Verbinder 52">
                <a:extLst>
                  <a:ext uri="{FF2B5EF4-FFF2-40B4-BE49-F238E27FC236}">
                    <a16:creationId xmlns:a16="http://schemas.microsoft.com/office/drawing/2014/main" id="{6D2E8CC0-4D01-429B-A230-BD44857765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Gerader Verbinder 53">
                <a:extLst>
                  <a:ext uri="{FF2B5EF4-FFF2-40B4-BE49-F238E27FC236}">
                    <a16:creationId xmlns:a16="http://schemas.microsoft.com/office/drawing/2014/main" id="{9DE626CE-6598-47C5-B06F-2D3438D409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Gerader Verbinder 54">
                <a:extLst>
                  <a:ext uri="{FF2B5EF4-FFF2-40B4-BE49-F238E27FC236}">
                    <a16:creationId xmlns:a16="http://schemas.microsoft.com/office/drawing/2014/main" id="{2D256D2F-8AA7-4963-AC6E-8B299F25C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FE79C67D-26CA-4AE5-8747-0B0A846440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Gerader Verbinder 56">
                <a:extLst>
                  <a:ext uri="{FF2B5EF4-FFF2-40B4-BE49-F238E27FC236}">
                    <a16:creationId xmlns:a16="http://schemas.microsoft.com/office/drawing/2014/main" id="{155A714F-503B-4F92-AD26-3AA5EB2686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C9A54E4C-4E4E-4AF2-8C04-F93E6893D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Gerader Verbinder 58">
                <a:extLst>
                  <a:ext uri="{FF2B5EF4-FFF2-40B4-BE49-F238E27FC236}">
                    <a16:creationId xmlns:a16="http://schemas.microsoft.com/office/drawing/2014/main" id="{76FE60E7-ED9D-498B-B9AB-8FD18BD8AB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Gerader Verbinder 59">
                <a:extLst>
                  <a:ext uri="{FF2B5EF4-FFF2-40B4-BE49-F238E27FC236}">
                    <a16:creationId xmlns:a16="http://schemas.microsoft.com/office/drawing/2014/main" id="{E23CECE2-A7A1-40BE-B5CE-7BBA82DAB0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F80903FC-835A-4E0F-8D35-02D8CA1082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B765FD85-8858-4CFF-9AB3-3B104EEBF9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3765605B-F497-4BB1-9B50-8E3503203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1EC528F5-DEE9-43D9-A53D-191114D7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9D7930E5-1838-4C0E-9DC6-8FE1D70124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Gerader Verbinder 65">
                <a:extLst>
                  <a:ext uri="{FF2B5EF4-FFF2-40B4-BE49-F238E27FC236}">
                    <a16:creationId xmlns:a16="http://schemas.microsoft.com/office/drawing/2014/main" id="{87EA8691-9CE9-4630-8545-55156F3D64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9D25B427-16FB-4B81-9CCA-B7A997EE8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D260004F-71DC-4868-B142-1891AC021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98841DC8-F549-4AE8-9F14-BA5A1BCC7E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Gerader Verbinder 69">
                <a:extLst>
                  <a:ext uri="{FF2B5EF4-FFF2-40B4-BE49-F238E27FC236}">
                    <a16:creationId xmlns:a16="http://schemas.microsoft.com/office/drawing/2014/main" id="{C92F03E8-8AF3-48B8-BC3C-3D58FF78A6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Gerader Verbinder 70">
                <a:extLst>
                  <a:ext uri="{FF2B5EF4-FFF2-40B4-BE49-F238E27FC236}">
                    <a16:creationId xmlns:a16="http://schemas.microsoft.com/office/drawing/2014/main" id="{C2472AC7-CA96-42CB-B427-B61ABC9257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Gerader Verbinder 71">
                <a:extLst>
                  <a:ext uri="{FF2B5EF4-FFF2-40B4-BE49-F238E27FC236}">
                    <a16:creationId xmlns:a16="http://schemas.microsoft.com/office/drawing/2014/main" id="{292864AE-74BA-4DED-BFF8-4478341117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Gerader Verbinder 72">
                <a:extLst>
                  <a:ext uri="{FF2B5EF4-FFF2-40B4-BE49-F238E27FC236}">
                    <a16:creationId xmlns:a16="http://schemas.microsoft.com/office/drawing/2014/main" id="{B2B13635-B451-4508-B5B1-694E256DF2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Gerader Verbinder 73">
                <a:extLst>
                  <a:ext uri="{FF2B5EF4-FFF2-40B4-BE49-F238E27FC236}">
                    <a16:creationId xmlns:a16="http://schemas.microsoft.com/office/drawing/2014/main" id="{CCE0E1A9-5454-4EA2-B47F-D7C09283E8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Gerader Verbinder 74">
                <a:extLst>
                  <a:ext uri="{FF2B5EF4-FFF2-40B4-BE49-F238E27FC236}">
                    <a16:creationId xmlns:a16="http://schemas.microsoft.com/office/drawing/2014/main" id="{53169850-9FDE-4B7E-8849-D5D784D1E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Gerader Verbinder 75">
                <a:extLst>
                  <a:ext uri="{FF2B5EF4-FFF2-40B4-BE49-F238E27FC236}">
                    <a16:creationId xmlns:a16="http://schemas.microsoft.com/office/drawing/2014/main" id="{BB65FDAB-D7D2-44AE-AE17-CBD9687B55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A9927E91-F04E-4A91-BA42-381F9E060C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64796C3A-8C48-46FC-B258-01EC987D19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43FDDBE0-63D3-45FF-98B1-4D1415783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E64973FB-D19F-4CCE-8724-8E3074B14C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>
                <a:extLst>
                  <a:ext uri="{FF2B5EF4-FFF2-40B4-BE49-F238E27FC236}">
                    <a16:creationId xmlns:a16="http://schemas.microsoft.com/office/drawing/2014/main" id="{2C230AC6-742C-40D6-8ED6-E47C3BE8B4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>
                <a:extLst>
                  <a:ext uri="{FF2B5EF4-FFF2-40B4-BE49-F238E27FC236}">
                    <a16:creationId xmlns:a16="http://schemas.microsoft.com/office/drawing/2014/main" id="{0AA161C5-1EE6-4D13-969C-8942989386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B2B2EB99-801E-4F07-B849-3E6F1A4DCE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r Verbinder 83">
                <a:extLst>
                  <a:ext uri="{FF2B5EF4-FFF2-40B4-BE49-F238E27FC236}">
                    <a16:creationId xmlns:a16="http://schemas.microsoft.com/office/drawing/2014/main" id="{89BCC824-FEB2-4790-A834-AFE74852CB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r Verbinder 84">
                <a:extLst>
                  <a:ext uri="{FF2B5EF4-FFF2-40B4-BE49-F238E27FC236}">
                    <a16:creationId xmlns:a16="http://schemas.microsoft.com/office/drawing/2014/main" id="{16BBFEA5-7CA8-4DE9-8D3D-205D41DA78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r Verbinder 85">
                <a:extLst>
                  <a:ext uri="{FF2B5EF4-FFF2-40B4-BE49-F238E27FC236}">
                    <a16:creationId xmlns:a16="http://schemas.microsoft.com/office/drawing/2014/main" id="{2E002480-D17F-4A91-9C1B-FB3F21388A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r Verbinder 86">
                <a:extLst>
                  <a:ext uri="{FF2B5EF4-FFF2-40B4-BE49-F238E27FC236}">
                    <a16:creationId xmlns:a16="http://schemas.microsoft.com/office/drawing/2014/main" id="{72C74FB8-B775-41FB-B1E7-6857150246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Gerader Verbinder 87">
                <a:extLst>
                  <a:ext uri="{FF2B5EF4-FFF2-40B4-BE49-F238E27FC236}">
                    <a16:creationId xmlns:a16="http://schemas.microsoft.com/office/drawing/2014/main" id="{1604DF41-293C-430C-AF9B-3654D44C7D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2C5C5EEC-1E68-471E-955D-2BAC03C450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01ABB40B-7AA4-4987-8BC1-73A6209E5BFD}"/>
                </a:ext>
              </a:extLst>
            </p:cNvPr>
            <p:cNvGrpSpPr/>
            <p:nvPr/>
          </p:nvGrpSpPr>
          <p:grpSpPr>
            <a:xfrm>
              <a:off x="-12538456" y="7352676"/>
              <a:ext cx="3730229" cy="3921995"/>
              <a:chOff x="-456087" y="-2624137"/>
              <a:chExt cx="12960000" cy="12953349"/>
            </a:xfrm>
          </p:grpSpPr>
          <p:cxnSp>
            <p:nvCxnSpPr>
              <p:cNvPr id="91" name="Gerader Verbinder 90">
                <a:extLst>
                  <a:ext uri="{FF2B5EF4-FFF2-40B4-BE49-F238E27FC236}">
                    <a16:creationId xmlns:a16="http://schemas.microsoft.com/office/drawing/2014/main" id="{C8E5C33A-ACDD-41B6-8260-4C075E6A7A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Gerader Verbinder 91">
                <a:extLst>
                  <a:ext uri="{FF2B5EF4-FFF2-40B4-BE49-F238E27FC236}">
                    <a16:creationId xmlns:a16="http://schemas.microsoft.com/office/drawing/2014/main" id="{3B332ECD-AB5C-4EB6-A5F0-66152E7094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Gerader Verbinder 92">
                <a:extLst>
                  <a:ext uri="{FF2B5EF4-FFF2-40B4-BE49-F238E27FC236}">
                    <a16:creationId xmlns:a16="http://schemas.microsoft.com/office/drawing/2014/main" id="{0616DD23-1D53-4338-938B-7023A6A8FF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Gerader Verbinder 93">
                <a:extLst>
                  <a:ext uri="{FF2B5EF4-FFF2-40B4-BE49-F238E27FC236}">
                    <a16:creationId xmlns:a16="http://schemas.microsoft.com/office/drawing/2014/main" id="{029E6CA1-8668-4775-B083-74DD1DCC03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95AD803D-44E2-4210-8F06-31F464E0C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639F9DF7-0BA1-4A69-88CA-C14DAAE7D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ACE69E45-296A-4B4F-9583-69E7BFA4AA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B682AAB5-D1BF-4D10-AC6E-2B4F0588BF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B3BFA76F-B8F0-499C-9298-B03FA556A9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35CDE983-993F-4DC3-9A8F-DD61DBCB0B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DF126085-45A1-461F-9EAD-A668DF7ECE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0756D7DA-1E64-4E71-9E1C-C84B671939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91231CD7-D999-4A23-9F5C-13E8302EC4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A4DBDEFF-C707-4DB4-84EB-736DB9661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86DDE400-41E3-410B-9833-A6AF2D617F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B6D41BA9-20B0-41D7-9837-1C3D48BF0F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>
                <a:extLst>
                  <a:ext uri="{FF2B5EF4-FFF2-40B4-BE49-F238E27FC236}">
                    <a16:creationId xmlns:a16="http://schemas.microsoft.com/office/drawing/2014/main" id="{52DAD6B2-8C7A-498D-BC58-17E4791080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13EE0BDF-CBF4-4421-9B64-50C5E8A0F9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5D5593BF-52D4-469B-BABE-423AC2EC2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6F8C1C05-30EF-4D00-A183-7F8372334A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2C78F419-6282-4C31-A9A0-B08F5A64D7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A9E9A773-3FB5-4F35-A814-C6C61192FF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BE912449-226A-4A5E-B116-9E877B9A5F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0C7A35DF-F34B-416A-9115-CF96A38909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20E7480A-85B8-4BFB-801B-DF00FFA5C6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7944036E-2C4F-461C-A73F-41F1DDD4FB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BCB7D331-7EB7-4681-96F5-019D2CB0D1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Gerader Verbinder 117">
                <a:extLst>
                  <a:ext uri="{FF2B5EF4-FFF2-40B4-BE49-F238E27FC236}">
                    <a16:creationId xmlns:a16="http://schemas.microsoft.com/office/drawing/2014/main" id="{0AEED179-3774-4751-8B21-AD020481A8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Gerader Verbinder 118">
                <a:extLst>
                  <a:ext uri="{FF2B5EF4-FFF2-40B4-BE49-F238E27FC236}">
                    <a16:creationId xmlns:a16="http://schemas.microsoft.com/office/drawing/2014/main" id="{678BFBB7-6D79-4356-ABB4-3CA4FBF115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305EA600-1480-474B-85BF-E88308A0B4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DF42924F-0DC5-4745-9F44-84962B814C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CE4B86F3-EF0C-41C6-9688-4AB8CD2C98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3FB1D6E7-D012-40F0-A689-C9CB627F5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F8F58515-81E7-4842-86EA-67C5CEEB16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64642767-B730-430C-83EA-08C04DD2B6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5243ED7C-28DE-47EC-A659-FA9D89F2D1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70758C22-7443-4B66-9E94-D9E86A5C40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885174A3-8A0E-45C8-8197-2EA9E638BC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A54DFF1F-1CA5-4023-9D95-4781285DE2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F8DB064B-E576-42F2-96E3-DE0B49C422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BF73F067-2966-421E-A26C-D839D58998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Gerader Verbinder 131">
                <a:extLst>
                  <a:ext uri="{FF2B5EF4-FFF2-40B4-BE49-F238E27FC236}">
                    <a16:creationId xmlns:a16="http://schemas.microsoft.com/office/drawing/2014/main" id="{C2087CE5-52C9-4855-B86D-D2CC125BEE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2323718F-F5B9-45FA-BE92-AB8DFB8BC0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Gerader Verbinder 133">
                <a:extLst>
                  <a:ext uri="{FF2B5EF4-FFF2-40B4-BE49-F238E27FC236}">
                    <a16:creationId xmlns:a16="http://schemas.microsoft.com/office/drawing/2014/main" id="{7048270E-C2CD-4EDD-92EA-3F78AFB282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72A453D9-BDC3-41EE-A474-E3EC48D581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Gerader Verbinder 135">
                <a:extLst>
                  <a:ext uri="{FF2B5EF4-FFF2-40B4-BE49-F238E27FC236}">
                    <a16:creationId xmlns:a16="http://schemas.microsoft.com/office/drawing/2014/main" id="{24EACEF7-F2FA-4CAE-A5E9-AD053C7309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8FA6F623-689C-4BBB-8E3D-28345FF46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Gerader Verbinder 137">
                <a:extLst>
                  <a:ext uri="{FF2B5EF4-FFF2-40B4-BE49-F238E27FC236}">
                    <a16:creationId xmlns:a16="http://schemas.microsoft.com/office/drawing/2014/main" id="{9F5857BC-EDF1-4409-940E-A72A90E8E6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r Verbinder 138">
                <a:extLst>
                  <a:ext uri="{FF2B5EF4-FFF2-40B4-BE49-F238E27FC236}">
                    <a16:creationId xmlns:a16="http://schemas.microsoft.com/office/drawing/2014/main" id="{4C66722F-474A-4F11-B4B3-60F5E8726D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Gerader Verbinder 139">
                <a:extLst>
                  <a:ext uri="{FF2B5EF4-FFF2-40B4-BE49-F238E27FC236}">
                    <a16:creationId xmlns:a16="http://schemas.microsoft.com/office/drawing/2014/main" id="{EF18FB8C-93CA-46AB-B3F2-C85DDF3E4D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Gerader Verbinder 140">
                <a:extLst>
                  <a:ext uri="{FF2B5EF4-FFF2-40B4-BE49-F238E27FC236}">
                    <a16:creationId xmlns:a16="http://schemas.microsoft.com/office/drawing/2014/main" id="{E65C64DB-1535-42A4-A247-99BA1A37B2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12FDF8B2-E0A1-457B-9965-50BAA3C1D5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Gerader Verbinder 142">
                <a:extLst>
                  <a:ext uri="{FF2B5EF4-FFF2-40B4-BE49-F238E27FC236}">
                    <a16:creationId xmlns:a16="http://schemas.microsoft.com/office/drawing/2014/main" id="{F18C32AD-837B-4339-A169-A67BC2D58B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Gerader Verbinder 143">
                <a:extLst>
                  <a:ext uri="{FF2B5EF4-FFF2-40B4-BE49-F238E27FC236}">
                    <a16:creationId xmlns:a16="http://schemas.microsoft.com/office/drawing/2014/main" id="{419A05DC-D3D4-43F8-9C6A-61A314E405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42BAAA94-7E08-4844-9795-657394F157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CE15226D-46F0-4FEF-B3B3-E858DDEC08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BBDC14A1-E4B5-4637-9DE6-220DC4B223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566C506E-2374-4B5E-A94B-67AF1806E7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45057F90-96CA-405F-9D2F-1B1E51A0B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610537F5-E9DD-48EF-AC1B-509ACB6C0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FAF0B7AF-F7BD-4C3A-BA00-B82C577AC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F60B4ED6-117B-428A-8554-096F8224E7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C57FF41B-D2AA-40D3-A3A3-B551D45E05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463639B4-5AFE-4733-933C-4F4831E685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ED698604-1814-4751-996B-F62A65262C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34259B64-59D7-4A9A-95A0-6EC937A280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AA443037-2108-49DA-8E60-B9D9E8517D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20E58C90-E22C-4A04-BF09-672B74E646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F50C4B1E-F18F-421A-AC68-C96957207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8571F8DC-8213-445F-979A-D0CBBBE3FD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55662D55-FB1F-4993-BF84-0B0F4B093E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4D951292-6DB6-426F-94EF-221D979ACD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278F0CFB-BA93-4995-952D-5945C47EAC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32CAA922-4B87-4157-A049-057562B01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F9E250A9-5D7A-4F12-BE42-3AD612D34F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C1666666-5DFF-46EB-B494-A17A28FF62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DFDC5D95-2725-466B-8A29-299CB26F1F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8E6E439B-F322-4DB7-9D1D-DF7E2AB241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10602084-2421-4CE4-83D5-22F5648B05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F75EB454-276B-45ED-9E16-BCBED515DE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E16EE808-800B-46E0-A255-3285427BD8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uppieren 171">
              <a:extLst>
                <a:ext uri="{FF2B5EF4-FFF2-40B4-BE49-F238E27FC236}">
                  <a16:creationId xmlns:a16="http://schemas.microsoft.com/office/drawing/2014/main" id="{A229AE24-294C-4835-BA69-18BAC0B2675C}"/>
                </a:ext>
              </a:extLst>
            </p:cNvPr>
            <p:cNvGrpSpPr/>
            <p:nvPr/>
          </p:nvGrpSpPr>
          <p:grpSpPr>
            <a:xfrm>
              <a:off x="-8808228" y="7353796"/>
              <a:ext cx="3730229" cy="3921995"/>
              <a:chOff x="-456087" y="-2624137"/>
              <a:chExt cx="12960000" cy="12953349"/>
            </a:xfrm>
          </p:grpSpPr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8BAACFF4-11BF-428E-84EE-5FBAE6D41C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1162545D-12B5-4E19-8658-CC82F8A055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89C1B999-8F5A-4A82-A2E7-351CD3C451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13228369-F44B-497C-8A15-917334F074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8AB3322A-0BD6-4195-8393-ED11B7CC2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D103B23A-F486-4F03-9695-85A0866DB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898E4539-001B-462A-A8F1-AE15F4411A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08F59626-9892-4CC2-8433-7BA244D691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DEEC73E0-F62A-4EEC-B4FB-4C2715FA81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0C45DF29-DF2D-4AAE-ACA6-7604B8AC34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0B8E02B2-AA33-4FDD-BCB5-4797C3043E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138FA5FF-49AA-448F-ABD3-C4558B53E7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98825BB3-C650-481A-9578-ABC9363159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r Verbinder 185">
                <a:extLst>
                  <a:ext uri="{FF2B5EF4-FFF2-40B4-BE49-F238E27FC236}">
                    <a16:creationId xmlns:a16="http://schemas.microsoft.com/office/drawing/2014/main" id="{7B6067CC-90E4-462E-B74F-2D8B4299E6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r Verbinder 186">
                <a:extLst>
                  <a:ext uri="{FF2B5EF4-FFF2-40B4-BE49-F238E27FC236}">
                    <a16:creationId xmlns:a16="http://schemas.microsoft.com/office/drawing/2014/main" id="{F916420B-90CD-4FAA-B3AD-E08F5F30E0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Gerader Verbinder 187">
                <a:extLst>
                  <a:ext uri="{FF2B5EF4-FFF2-40B4-BE49-F238E27FC236}">
                    <a16:creationId xmlns:a16="http://schemas.microsoft.com/office/drawing/2014/main" id="{1DE84D22-0B41-4272-ACA9-A732C0A1FE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Gerader Verbinder 188">
                <a:extLst>
                  <a:ext uri="{FF2B5EF4-FFF2-40B4-BE49-F238E27FC236}">
                    <a16:creationId xmlns:a16="http://schemas.microsoft.com/office/drawing/2014/main" id="{ED886091-8E7C-482D-93AD-BCB5BA1262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Gerader Verbinder 189">
                <a:extLst>
                  <a:ext uri="{FF2B5EF4-FFF2-40B4-BE49-F238E27FC236}">
                    <a16:creationId xmlns:a16="http://schemas.microsoft.com/office/drawing/2014/main" id="{5AF6EFE8-3641-4006-A1B5-E910D17FB0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Gerader Verbinder 190">
                <a:extLst>
                  <a:ext uri="{FF2B5EF4-FFF2-40B4-BE49-F238E27FC236}">
                    <a16:creationId xmlns:a16="http://schemas.microsoft.com/office/drawing/2014/main" id="{C90564BF-2670-4A0B-AED6-4F685409A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Gerader Verbinder 191">
                <a:extLst>
                  <a:ext uri="{FF2B5EF4-FFF2-40B4-BE49-F238E27FC236}">
                    <a16:creationId xmlns:a16="http://schemas.microsoft.com/office/drawing/2014/main" id="{C353B9B8-452E-483B-A680-0F2218F060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Gerader Verbinder 192">
                <a:extLst>
                  <a:ext uri="{FF2B5EF4-FFF2-40B4-BE49-F238E27FC236}">
                    <a16:creationId xmlns:a16="http://schemas.microsoft.com/office/drawing/2014/main" id="{D7FCB474-54E8-474E-9F4B-96418C760A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Gerader Verbinder 193">
                <a:extLst>
                  <a:ext uri="{FF2B5EF4-FFF2-40B4-BE49-F238E27FC236}">
                    <a16:creationId xmlns:a16="http://schemas.microsoft.com/office/drawing/2014/main" id="{48E2DD2C-8BF8-4453-8BD8-CFAE6B243C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Gerader Verbinder 194">
                <a:extLst>
                  <a:ext uri="{FF2B5EF4-FFF2-40B4-BE49-F238E27FC236}">
                    <a16:creationId xmlns:a16="http://schemas.microsoft.com/office/drawing/2014/main" id="{B19A21AD-8B58-43B2-B7EC-ED9D89524A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Gerader Verbinder 195">
                <a:extLst>
                  <a:ext uri="{FF2B5EF4-FFF2-40B4-BE49-F238E27FC236}">
                    <a16:creationId xmlns:a16="http://schemas.microsoft.com/office/drawing/2014/main" id="{61190EB8-9D04-47F4-AB1E-C7DE7D5EE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Gerader Verbinder 196">
                <a:extLst>
                  <a:ext uri="{FF2B5EF4-FFF2-40B4-BE49-F238E27FC236}">
                    <a16:creationId xmlns:a16="http://schemas.microsoft.com/office/drawing/2014/main" id="{2AA79A25-09EC-4E7D-9864-1990B24C0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Gerader Verbinder 197">
                <a:extLst>
                  <a:ext uri="{FF2B5EF4-FFF2-40B4-BE49-F238E27FC236}">
                    <a16:creationId xmlns:a16="http://schemas.microsoft.com/office/drawing/2014/main" id="{EA9E6601-BBEB-44E2-895C-70DDAA80CB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Gerader Verbinder 198">
                <a:extLst>
                  <a:ext uri="{FF2B5EF4-FFF2-40B4-BE49-F238E27FC236}">
                    <a16:creationId xmlns:a16="http://schemas.microsoft.com/office/drawing/2014/main" id="{ED63EEC4-9C8E-4096-9E02-BF8323DB33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Gerader Verbinder 199">
                <a:extLst>
                  <a:ext uri="{FF2B5EF4-FFF2-40B4-BE49-F238E27FC236}">
                    <a16:creationId xmlns:a16="http://schemas.microsoft.com/office/drawing/2014/main" id="{9E85A523-6CFE-4431-BFC6-C34D1CCB6F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Gerader Verbinder 200">
                <a:extLst>
                  <a:ext uri="{FF2B5EF4-FFF2-40B4-BE49-F238E27FC236}">
                    <a16:creationId xmlns:a16="http://schemas.microsoft.com/office/drawing/2014/main" id="{C7EAF31B-946C-4794-8CA6-184FEBCDFE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Gerader Verbinder 201">
                <a:extLst>
                  <a:ext uri="{FF2B5EF4-FFF2-40B4-BE49-F238E27FC236}">
                    <a16:creationId xmlns:a16="http://schemas.microsoft.com/office/drawing/2014/main" id="{51EE2631-2191-4BAE-9A4B-153B4EA3B3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Gerader Verbinder 202">
                <a:extLst>
                  <a:ext uri="{FF2B5EF4-FFF2-40B4-BE49-F238E27FC236}">
                    <a16:creationId xmlns:a16="http://schemas.microsoft.com/office/drawing/2014/main" id="{735A0D93-8C31-4852-8707-FA232987B1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Gerader Verbinder 203">
                <a:extLst>
                  <a:ext uri="{FF2B5EF4-FFF2-40B4-BE49-F238E27FC236}">
                    <a16:creationId xmlns:a16="http://schemas.microsoft.com/office/drawing/2014/main" id="{A15083E9-7D6A-480D-B005-B9ED0BDE68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Gerader Verbinder 204">
                <a:extLst>
                  <a:ext uri="{FF2B5EF4-FFF2-40B4-BE49-F238E27FC236}">
                    <a16:creationId xmlns:a16="http://schemas.microsoft.com/office/drawing/2014/main" id="{0E2F7A3E-A5AD-4604-B924-BA7C610E33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Gerader Verbinder 205">
                <a:extLst>
                  <a:ext uri="{FF2B5EF4-FFF2-40B4-BE49-F238E27FC236}">
                    <a16:creationId xmlns:a16="http://schemas.microsoft.com/office/drawing/2014/main" id="{250947CB-1E20-4A4A-AEAA-A0D7D401FE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Gerader Verbinder 206">
                <a:extLst>
                  <a:ext uri="{FF2B5EF4-FFF2-40B4-BE49-F238E27FC236}">
                    <a16:creationId xmlns:a16="http://schemas.microsoft.com/office/drawing/2014/main" id="{665FE1B9-4CD9-49E1-A3CC-390C39BA82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Gerader Verbinder 207">
                <a:extLst>
                  <a:ext uri="{FF2B5EF4-FFF2-40B4-BE49-F238E27FC236}">
                    <a16:creationId xmlns:a16="http://schemas.microsoft.com/office/drawing/2014/main" id="{A4EDD2C3-4E9C-4053-9935-C9EB98C88F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Gerader Verbinder 208">
                <a:extLst>
                  <a:ext uri="{FF2B5EF4-FFF2-40B4-BE49-F238E27FC236}">
                    <a16:creationId xmlns:a16="http://schemas.microsoft.com/office/drawing/2014/main" id="{DA9E7A94-6F04-4213-8486-D3D6AF3011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Gerader Verbinder 209">
                <a:extLst>
                  <a:ext uri="{FF2B5EF4-FFF2-40B4-BE49-F238E27FC236}">
                    <a16:creationId xmlns:a16="http://schemas.microsoft.com/office/drawing/2014/main" id="{8BDE6062-76CA-42CA-8B2B-D8AC594867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Gerader Verbinder 210">
                <a:extLst>
                  <a:ext uri="{FF2B5EF4-FFF2-40B4-BE49-F238E27FC236}">
                    <a16:creationId xmlns:a16="http://schemas.microsoft.com/office/drawing/2014/main" id="{5C804D24-0CCA-4CE3-9E27-D476AC8BD6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Gerader Verbinder 211">
                <a:extLst>
                  <a:ext uri="{FF2B5EF4-FFF2-40B4-BE49-F238E27FC236}">
                    <a16:creationId xmlns:a16="http://schemas.microsoft.com/office/drawing/2014/main" id="{28F35857-EEDE-40F2-AC3D-C6268DEE2A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Gerader Verbinder 212">
                <a:extLst>
                  <a:ext uri="{FF2B5EF4-FFF2-40B4-BE49-F238E27FC236}">
                    <a16:creationId xmlns:a16="http://schemas.microsoft.com/office/drawing/2014/main" id="{38DAF5F8-3BFE-4720-8183-DBD42AADCF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Gerader Verbinder 213">
                <a:extLst>
                  <a:ext uri="{FF2B5EF4-FFF2-40B4-BE49-F238E27FC236}">
                    <a16:creationId xmlns:a16="http://schemas.microsoft.com/office/drawing/2014/main" id="{277B3B29-E0DA-4275-BC6A-69E3D589FC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Gerader Verbinder 214">
                <a:extLst>
                  <a:ext uri="{FF2B5EF4-FFF2-40B4-BE49-F238E27FC236}">
                    <a16:creationId xmlns:a16="http://schemas.microsoft.com/office/drawing/2014/main" id="{D1BFC1A0-FE2E-4837-A8C4-C14F9F7AAE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Gerader Verbinder 215">
                <a:extLst>
                  <a:ext uri="{FF2B5EF4-FFF2-40B4-BE49-F238E27FC236}">
                    <a16:creationId xmlns:a16="http://schemas.microsoft.com/office/drawing/2014/main" id="{2EAE39A1-56BB-4390-B575-F8B5E481F5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Gerader Verbinder 216">
                <a:extLst>
                  <a:ext uri="{FF2B5EF4-FFF2-40B4-BE49-F238E27FC236}">
                    <a16:creationId xmlns:a16="http://schemas.microsoft.com/office/drawing/2014/main" id="{F67C00D6-4675-48E2-9CED-090C70760C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Gerader Verbinder 217">
                <a:extLst>
                  <a:ext uri="{FF2B5EF4-FFF2-40B4-BE49-F238E27FC236}">
                    <a16:creationId xmlns:a16="http://schemas.microsoft.com/office/drawing/2014/main" id="{B107931F-56AD-4212-90BC-8522AE966E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Gerader Verbinder 218">
                <a:extLst>
                  <a:ext uri="{FF2B5EF4-FFF2-40B4-BE49-F238E27FC236}">
                    <a16:creationId xmlns:a16="http://schemas.microsoft.com/office/drawing/2014/main" id="{ACF127B3-E4DD-4AA0-9292-0588A8AD7E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Gerader Verbinder 219">
                <a:extLst>
                  <a:ext uri="{FF2B5EF4-FFF2-40B4-BE49-F238E27FC236}">
                    <a16:creationId xmlns:a16="http://schemas.microsoft.com/office/drawing/2014/main" id="{DE83CFA0-515C-4026-880E-401964F53D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Gerader Verbinder 220">
                <a:extLst>
                  <a:ext uri="{FF2B5EF4-FFF2-40B4-BE49-F238E27FC236}">
                    <a16:creationId xmlns:a16="http://schemas.microsoft.com/office/drawing/2014/main" id="{F934727E-C6F0-41EA-82F2-DFA0B397CF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Gerader Verbinder 221">
                <a:extLst>
                  <a:ext uri="{FF2B5EF4-FFF2-40B4-BE49-F238E27FC236}">
                    <a16:creationId xmlns:a16="http://schemas.microsoft.com/office/drawing/2014/main" id="{E26E8FCC-631F-4715-BEAB-758F6770E1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Gerader Verbinder 222">
                <a:extLst>
                  <a:ext uri="{FF2B5EF4-FFF2-40B4-BE49-F238E27FC236}">
                    <a16:creationId xmlns:a16="http://schemas.microsoft.com/office/drawing/2014/main" id="{3AEF566F-118F-41CA-AF3A-0121CA28D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Gerader Verbinder 223">
                <a:extLst>
                  <a:ext uri="{FF2B5EF4-FFF2-40B4-BE49-F238E27FC236}">
                    <a16:creationId xmlns:a16="http://schemas.microsoft.com/office/drawing/2014/main" id="{F68C46D3-9210-4AD7-934C-CA2919D523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Gerader Verbinder 224">
                <a:extLst>
                  <a:ext uri="{FF2B5EF4-FFF2-40B4-BE49-F238E27FC236}">
                    <a16:creationId xmlns:a16="http://schemas.microsoft.com/office/drawing/2014/main" id="{DE0FA912-9E37-4152-A490-62F442B07C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Gerader Verbinder 225">
                <a:extLst>
                  <a:ext uri="{FF2B5EF4-FFF2-40B4-BE49-F238E27FC236}">
                    <a16:creationId xmlns:a16="http://schemas.microsoft.com/office/drawing/2014/main" id="{B3A07D7C-46DA-416A-8A0E-EDEADCA24C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Gerader Verbinder 226">
                <a:extLst>
                  <a:ext uri="{FF2B5EF4-FFF2-40B4-BE49-F238E27FC236}">
                    <a16:creationId xmlns:a16="http://schemas.microsoft.com/office/drawing/2014/main" id="{16AA4F9F-C3E5-4D3A-86D9-490F410060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Gerader Verbinder 227">
                <a:extLst>
                  <a:ext uri="{FF2B5EF4-FFF2-40B4-BE49-F238E27FC236}">
                    <a16:creationId xmlns:a16="http://schemas.microsoft.com/office/drawing/2014/main" id="{B548D372-A2E2-426F-86F0-48F9A48CC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Gerader Verbinder 228">
                <a:extLst>
                  <a:ext uri="{FF2B5EF4-FFF2-40B4-BE49-F238E27FC236}">
                    <a16:creationId xmlns:a16="http://schemas.microsoft.com/office/drawing/2014/main" id="{2E58E592-BE08-4D51-80F3-A1E2BAB8E4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Gerader Verbinder 229">
                <a:extLst>
                  <a:ext uri="{FF2B5EF4-FFF2-40B4-BE49-F238E27FC236}">
                    <a16:creationId xmlns:a16="http://schemas.microsoft.com/office/drawing/2014/main" id="{40CECEA0-976F-4250-9E72-DD0ED4C6B7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Gerader Verbinder 230">
                <a:extLst>
                  <a:ext uri="{FF2B5EF4-FFF2-40B4-BE49-F238E27FC236}">
                    <a16:creationId xmlns:a16="http://schemas.microsoft.com/office/drawing/2014/main" id="{E83EC3EE-0B59-4FA2-92CD-7F8616C6EA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Gerader Verbinder 231">
                <a:extLst>
                  <a:ext uri="{FF2B5EF4-FFF2-40B4-BE49-F238E27FC236}">
                    <a16:creationId xmlns:a16="http://schemas.microsoft.com/office/drawing/2014/main" id="{6D5F216F-482E-45F5-889E-0A8694F4F3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Gerader Verbinder 232">
                <a:extLst>
                  <a:ext uri="{FF2B5EF4-FFF2-40B4-BE49-F238E27FC236}">
                    <a16:creationId xmlns:a16="http://schemas.microsoft.com/office/drawing/2014/main" id="{F4900646-06B1-4DD2-A4DA-652DDB2EC9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Gerader Verbinder 233">
                <a:extLst>
                  <a:ext uri="{FF2B5EF4-FFF2-40B4-BE49-F238E27FC236}">
                    <a16:creationId xmlns:a16="http://schemas.microsoft.com/office/drawing/2014/main" id="{E26FD170-52D6-4B76-A9F7-EA4F39BA26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Gerader Verbinder 234">
                <a:extLst>
                  <a:ext uri="{FF2B5EF4-FFF2-40B4-BE49-F238E27FC236}">
                    <a16:creationId xmlns:a16="http://schemas.microsoft.com/office/drawing/2014/main" id="{C09E4EF4-F88B-4591-95F8-B9844F8A78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Gerader Verbinder 235">
                <a:extLst>
                  <a:ext uri="{FF2B5EF4-FFF2-40B4-BE49-F238E27FC236}">
                    <a16:creationId xmlns:a16="http://schemas.microsoft.com/office/drawing/2014/main" id="{2817B407-C845-46F8-84E6-445434D92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Gerader Verbinder 236">
                <a:extLst>
                  <a:ext uri="{FF2B5EF4-FFF2-40B4-BE49-F238E27FC236}">
                    <a16:creationId xmlns:a16="http://schemas.microsoft.com/office/drawing/2014/main" id="{2A063BB5-3B34-499E-8873-AAE844EA9A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Gerader Verbinder 237">
                <a:extLst>
                  <a:ext uri="{FF2B5EF4-FFF2-40B4-BE49-F238E27FC236}">
                    <a16:creationId xmlns:a16="http://schemas.microsoft.com/office/drawing/2014/main" id="{A0B6F07B-F725-46BF-8F31-F8A8073D0A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Gerader Verbinder 238">
                <a:extLst>
                  <a:ext uri="{FF2B5EF4-FFF2-40B4-BE49-F238E27FC236}">
                    <a16:creationId xmlns:a16="http://schemas.microsoft.com/office/drawing/2014/main" id="{7D87E705-707D-451C-A17C-1D2C3243AD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Gerader Verbinder 239">
                <a:extLst>
                  <a:ext uri="{FF2B5EF4-FFF2-40B4-BE49-F238E27FC236}">
                    <a16:creationId xmlns:a16="http://schemas.microsoft.com/office/drawing/2014/main" id="{6DE136D3-85AB-47AA-B0FB-AED1475790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Gerader Verbinder 240">
                <a:extLst>
                  <a:ext uri="{FF2B5EF4-FFF2-40B4-BE49-F238E27FC236}">
                    <a16:creationId xmlns:a16="http://schemas.microsoft.com/office/drawing/2014/main" id="{9B800808-17AC-4507-9780-B7C136FE79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Gerader Verbinder 241">
                <a:extLst>
                  <a:ext uri="{FF2B5EF4-FFF2-40B4-BE49-F238E27FC236}">
                    <a16:creationId xmlns:a16="http://schemas.microsoft.com/office/drawing/2014/main" id="{4EFA9CB4-6ED3-4F19-99C9-5B9949C7A9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Gerader Verbinder 242">
                <a:extLst>
                  <a:ext uri="{FF2B5EF4-FFF2-40B4-BE49-F238E27FC236}">
                    <a16:creationId xmlns:a16="http://schemas.microsoft.com/office/drawing/2014/main" id="{7D44693B-BA57-4D5F-9C47-6BF564DB10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Gerader Verbinder 243">
                <a:extLst>
                  <a:ext uri="{FF2B5EF4-FFF2-40B4-BE49-F238E27FC236}">
                    <a16:creationId xmlns:a16="http://schemas.microsoft.com/office/drawing/2014/main" id="{2E73FA85-664F-4A5E-9652-D2F456A0D5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Gerader Verbinder 244">
                <a:extLst>
                  <a:ext uri="{FF2B5EF4-FFF2-40B4-BE49-F238E27FC236}">
                    <a16:creationId xmlns:a16="http://schemas.microsoft.com/office/drawing/2014/main" id="{83BE96AA-E5E2-4F2F-995B-1B28CF4909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Gerader Verbinder 245">
                <a:extLst>
                  <a:ext uri="{FF2B5EF4-FFF2-40B4-BE49-F238E27FC236}">
                    <a16:creationId xmlns:a16="http://schemas.microsoft.com/office/drawing/2014/main" id="{82DAF503-66F2-483A-9EE4-1071000E7A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Gerader Verbinder 246">
                <a:extLst>
                  <a:ext uri="{FF2B5EF4-FFF2-40B4-BE49-F238E27FC236}">
                    <a16:creationId xmlns:a16="http://schemas.microsoft.com/office/drawing/2014/main" id="{D3D6BF73-018F-40CF-A053-1A28E51A76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Gerader Verbinder 247">
                <a:extLst>
                  <a:ext uri="{FF2B5EF4-FFF2-40B4-BE49-F238E27FC236}">
                    <a16:creationId xmlns:a16="http://schemas.microsoft.com/office/drawing/2014/main" id="{1F001682-FAA6-480D-80BE-ECAAEB7AE1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Gerader Verbinder 248">
                <a:extLst>
                  <a:ext uri="{FF2B5EF4-FFF2-40B4-BE49-F238E27FC236}">
                    <a16:creationId xmlns:a16="http://schemas.microsoft.com/office/drawing/2014/main" id="{556E3530-6352-42C5-AE84-CAB2386609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Gerader Verbinder 249">
                <a:extLst>
                  <a:ext uri="{FF2B5EF4-FFF2-40B4-BE49-F238E27FC236}">
                    <a16:creationId xmlns:a16="http://schemas.microsoft.com/office/drawing/2014/main" id="{C7299922-67D5-434D-9A2D-FF8197CAFF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Gerader Verbinder 250">
                <a:extLst>
                  <a:ext uri="{FF2B5EF4-FFF2-40B4-BE49-F238E27FC236}">
                    <a16:creationId xmlns:a16="http://schemas.microsoft.com/office/drawing/2014/main" id="{52EDBFED-B28D-4E9D-8408-A67AD3F45E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Gerader Verbinder 251">
                <a:extLst>
                  <a:ext uri="{FF2B5EF4-FFF2-40B4-BE49-F238E27FC236}">
                    <a16:creationId xmlns:a16="http://schemas.microsoft.com/office/drawing/2014/main" id="{C48C6525-FC20-43CF-9DD2-D5AFB0BA48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Gerader Verbinder 252">
                <a:extLst>
                  <a:ext uri="{FF2B5EF4-FFF2-40B4-BE49-F238E27FC236}">
                    <a16:creationId xmlns:a16="http://schemas.microsoft.com/office/drawing/2014/main" id="{81ADC51E-A649-494B-991E-B9B4400FAB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4" name="Gruppieren 253">
              <a:extLst>
                <a:ext uri="{FF2B5EF4-FFF2-40B4-BE49-F238E27FC236}">
                  <a16:creationId xmlns:a16="http://schemas.microsoft.com/office/drawing/2014/main" id="{94729230-D948-40BC-84F0-25138E804BD4}"/>
                </a:ext>
              </a:extLst>
            </p:cNvPr>
            <p:cNvGrpSpPr/>
            <p:nvPr/>
          </p:nvGrpSpPr>
          <p:grpSpPr>
            <a:xfrm>
              <a:off x="-5078001" y="7353796"/>
              <a:ext cx="3730229" cy="3921995"/>
              <a:chOff x="-456087" y="-2624137"/>
              <a:chExt cx="12960000" cy="12953349"/>
            </a:xfrm>
          </p:grpSpPr>
          <p:cxnSp>
            <p:nvCxnSpPr>
              <p:cNvPr id="255" name="Gerader Verbinder 254">
                <a:extLst>
                  <a:ext uri="{FF2B5EF4-FFF2-40B4-BE49-F238E27FC236}">
                    <a16:creationId xmlns:a16="http://schemas.microsoft.com/office/drawing/2014/main" id="{9E129561-37D5-42B3-8D1A-F151F00540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Gerader Verbinder 255">
                <a:extLst>
                  <a:ext uri="{FF2B5EF4-FFF2-40B4-BE49-F238E27FC236}">
                    <a16:creationId xmlns:a16="http://schemas.microsoft.com/office/drawing/2014/main" id="{5D4954FC-05BD-4747-AC62-B0B64C9A23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Gerader Verbinder 256">
                <a:extLst>
                  <a:ext uri="{FF2B5EF4-FFF2-40B4-BE49-F238E27FC236}">
                    <a16:creationId xmlns:a16="http://schemas.microsoft.com/office/drawing/2014/main" id="{888907B8-5DC2-4028-9613-96220E2330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Gerader Verbinder 257">
                <a:extLst>
                  <a:ext uri="{FF2B5EF4-FFF2-40B4-BE49-F238E27FC236}">
                    <a16:creationId xmlns:a16="http://schemas.microsoft.com/office/drawing/2014/main" id="{29C7F27E-C993-4176-82F9-AADC8F5370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Gerader Verbinder 258">
                <a:extLst>
                  <a:ext uri="{FF2B5EF4-FFF2-40B4-BE49-F238E27FC236}">
                    <a16:creationId xmlns:a16="http://schemas.microsoft.com/office/drawing/2014/main" id="{153646B9-CC43-459A-8586-F028D129AF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Gerader Verbinder 259">
                <a:extLst>
                  <a:ext uri="{FF2B5EF4-FFF2-40B4-BE49-F238E27FC236}">
                    <a16:creationId xmlns:a16="http://schemas.microsoft.com/office/drawing/2014/main" id="{0D904F50-05CC-4051-88C1-E48195765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Gerader Verbinder 260">
                <a:extLst>
                  <a:ext uri="{FF2B5EF4-FFF2-40B4-BE49-F238E27FC236}">
                    <a16:creationId xmlns:a16="http://schemas.microsoft.com/office/drawing/2014/main" id="{84B07034-8F7F-4AAA-8A73-DC9C42D45A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Gerader Verbinder 261">
                <a:extLst>
                  <a:ext uri="{FF2B5EF4-FFF2-40B4-BE49-F238E27FC236}">
                    <a16:creationId xmlns:a16="http://schemas.microsoft.com/office/drawing/2014/main" id="{EAE68C5D-84E0-402D-8E01-E366AAEDD0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Gerader Verbinder 262">
                <a:extLst>
                  <a:ext uri="{FF2B5EF4-FFF2-40B4-BE49-F238E27FC236}">
                    <a16:creationId xmlns:a16="http://schemas.microsoft.com/office/drawing/2014/main" id="{70E5B00F-11BD-4AD4-BD3F-68175DBBCB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Gerader Verbinder 263">
                <a:extLst>
                  <a:ext uri="{FF2B5EF4-FFF2-40B4-BE49-F238E27FC236}">
                    <a16:creationId xmlns:a16="http://schemas.microsoft.com/office/drawing/2014/main" id="{05CE4E5C-A770-4457-B863-2FCDD7F924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Gerader Verbinder 264">
                <a:extLst>
                  <a:ext uri="{FF2B5EF4-FFF2-40B4-BE49-F238E27FC236}">
                    <a16:creationId xmlns:a16="http://schemas.microsoft.com/office/drawing/2014/main" id="{4B7ACCED-B7B9-4103-B200-BBA4FA1FAE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Gerader Verbinder 265">
                <a:extLst>
                  <a:ext uri="{FF2B5EF4-FFF2-40B4-BE49-F238E27FC236}">
                    <a16:creationId xmlns:a16="http://schemas.microsoft.com/office/drawing/2014/main" id="{11D9273C-35C0-4C99-A50C-B86A5FF948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Gerader Verbinder 266">
                <a:extLst>
                  <a:ext uri="{FF2B5EF4-FFF2-40B4-BE49-F238E27FC236}">
                    <a16:creationId xmlns:a16="http://schemas.microsoft.com/office/drawing/2014/main" id="{31FFF397-6223-4728-9F1B-DEB0515D92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Gerader Verbinder 267">
                <a:extLst>
                  <a:ext uri="{FF2B5EF4-FFF2-40B4-BE49-F238E27FC236}">
                    <a16:creationId xmlns:a16="http://schemas.microsoft.com/office/drawing/2014/main" id="{130BAC26-6C77-4F58-86C1-0EB8A6F782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Gerader Verbinder 268">
                <a:extLst>
                  <a:ext uri="{FF2B5EF4-FFF2-40B4-BE49-F238E27FC236}">
                    <a16:creationId xmlns:a16="http://schemas.microsoft.com/office/drawing/2014/main" id="{1C209AFA-317F-4326-A8FF-BE0E04D394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Gerader Verbinder 269">
                <a:extLst>
                  <a:ext uri="{FF2B5EF4-FFF2-40B4-BE49-F238E27FC236}">
                    <a16:creationId xmlns:a16="http://schemas.microsoft.com/office/drawing/2014/main" id="{C36B081A-EF85-4ED1-A5CB-AFF3A3FFCD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Gerader Verbinder 270">
                <a:extLst>
                  <a:ext uri="{FF2B5EF4-FFF2-40B4-BE49-F238E27FC236}">
                    <a16:creationId xmlns:a16="http://schemas.microsoft.com/office/drawing/2014/main" id="{7256C7B5-AC46-4D87-88E6-F8553408D0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Gerader Verbinder 271">
                <a:extLst>
                  <a:ext uri="{FF2B5EF4-FFF2-40B4-BE49-F238E27FC236}">
                    <a16:creationId xmlns:a16="http://schemas.microsoft.com/office/drawing/2014/main" id="{6771F9B9-A09F-4FE8-B0BE-FBC8501FC3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Gerader Verbinder 272">
                <a:extLst>
                  <a:ext uri="{FF2B5EF4-FFF2-40B4-BE49-F238E27FC236}">
                    <a16:creationId xmlns:a16="http://schemas.microsoft.com/office/drawing/2014/main" id="{D1A4E98C-6092-4361-9292-CC078ADBC3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Gerader Verbinder 273">
                <a:extLst>
                  <a:ext uri="{FF2B5EF4-FFF2-40B4-BE49-F238E27FC236}">
                    <a16:creationId xmlns:a16="http://schemas.microsoft.com/office/drawing/2014/main" id="{295EF398-8DEB-4292-8BFE-E2B568B76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Gerader Verbinder 274">
                <a:extLst>
                  <a:ext uri="{FF2B5EF4-FFF2-40B4-BE49-F238E27FC236}">
                    <a16:creationId xmlns:a16="http://schemas.microsoft.com/office/drawing/2014/main" id="{3398B5C3-58B0-4211-B433-1CC041413B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Gerader Verbinder 275">
                <a:extLst>
                  <a:ext uri="{FF2B5EF4-FFF2-40B4-BE49-F238E27FC236}">
                    <a16:creationId xmlns:a16="http://schemas.microsoft.com/office/drawing/2014/main" id="{5E74ED00-655B-48E6-92BA-219C7C6A62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Gerader Verbinder 276">
                <a:extLst>
                  <a:ext uri="{FF2B5EF4-FFF2-40B4-BE49-F238E27FC236}">
                    <a16:creationId xmlns:a16="http://schemas.microsoft.com/office/drawing/2014/main" id="{55B01C1D-1300-4A4D-A52E-17533F38FE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Gerader Verbinder 277">
                <a:extLst>
                  <a:ext uri="{FF2B5EF4-FFF2-40B4-BE49-F238E27FC236}">
                    <a16:creationId xmlns:a16="http://schemas.microsoft.com/office/drawing/2014/main" id="{55C66D6F-D720-44BA-8868-A95083B13A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Gerader Verbinder 278">
                <a:extLst>
                  <a:ext uri="{FF2B5EF4-FFF2-40B4-BE49-F238E27FC236}">
                    <a16:creationId xmlns:a16="http://schemas.microsoft.com/office/drawing/2014/main" id="{896CDE34-A428-4C92-A880-F73B9927A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Gerader Verbinder 279">
                <a:extLst>
                  <a:ext uri="{FF2B5EF4-FFF2-40B4-BE49-F238E27FC236}">
                    <a16:creationId xmlns:a16="http://schemas.microsoft.com/office/drawing/2014/main" id="{4D842464-3BBD-492D-B413-5420DBB380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Gerader Verbinder 280">
                <a:extLst>
                  <a:ext uri="{FF2B5EF4-FFF2-40B4-BE49-F238E27FC236}">
                    <a16:creationId xmlns:a16="http://schemas.microsoft.com/office/drawing/2014/main" id="{5E3170DB-7F34-4D69-9403-6A5AF41A3B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Gerader Verbinder 281">
                <a:extLst>
                  <a:ext uri="{FF2B5EF4-FFF2-40B4-BE49-F238E27FC236}">
                    <a16:creationId xmlns:a16="http://schemas.microsoft.com/office/drawing/2014/main" id="{912A81D4-1F63-4CE9-827B-4D7AE5A7D0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Gerader Verbinder 282">
                <a:extLst>
                  <a:ext uri="{FF2B5EF4-FFF2-40B4-BE49-F238E27FC236}">
                    <a16:creationId xmlns:a16="http://schemas.microsoft.com/office/drawing/2014/main" id="{DDFE7915-979D-44A8-82A1-ED5B05454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Gerader Verbinder 283">
                <a:extLst>
                  <a:ext uri="{FF2B5EF4-FFF2-40B4-BE49-F238E27FC236}">
                    <a16:creationId xmlns:a16="http://schemas.microsoft.com/office/drawing/2014/main" id="{C0C704EE-F984-454F-A240-C1A1264A3E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Gerader Verbinder 284">
                <a:extLst>
                  <a:ext uri="{FF2B5EF4-FFF2-40B4-BE49-F238E27FC236}">
                    <a16:creationId xmlns:a16="http://schemas.microsoft.com/office/drawing/2014/main" id="{06115063-D273-489F-AC07-50A5143D39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Gerader Verbinder 285">
                <a:extLst>
                  <a:ext uri="{FF2B5EF4-FFF2-40B4-BE49-F238E27FC236}">
                    <a16:creationId xmlns:a16="http://schemas.microsoft.com/office/drawing/2014/main" id="{6DBD886D-DCD1-4D1C-80BD-13305DB45B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Gerader Verbinder 286">
                <a:extLst>
                  <a:ext uri="{FF2B5EF4-FFF2-40B4-BE49-F238E27FC236}">
                    <a16:creationId xmlns:a16="http://schemas.microsoft.com/office/drawing/2014/main" id="{12F3E95D-738E-4113-BAB5-1A481CEB57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Gerader Verbinder 287">
                <a:extLst>
                  <a:ext uri="{FF2B5EF4-FFF2-40B4-BE49-F238E27FC236}">
                    <a16:creationId xmlns:a16="http://schemas.microsoft.com/office/drawing/2014/main" id="{9F4207A1-C83A-43AF-A4C5-6FB450E64E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Gerader Verbinder 288">
                <a:extLst>
                  <a:ext uri="{FF2B5EF4-FFF2-40B4-BE49-F238E27FC236}">
                    <a16:creationId xmlns:a16="http://schemas.microsoft.com/office/drawing/2014/main" id="{8C319007-FFF5-419B-B6E6-6F16C2D402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Gerader Verbinder 289">
                <a:extLst>
                  <a:ext uri="{FF2B5EF4-FFF2-40B4-BE49-F238E27FC236}">
                    <a16:creationId xmlns:a16="http://schemas.microsoft.com/office/drawing/2014/main" id="{7FD8AC0D-C772-486E-B87A-75D2B153FC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Gerader Verbinder 290">
                <a:extLst>
                  <a:ext uri="{FF2B5EF4-FFF2-40B4-BE49-F238E27FC236}">
                    <a16:creationId xmlns:a16="http://schemas.microsoft.com/office/drawing/2014/main" id="{3507B129-0723-4CFE-843C-428EBD4A57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Gerader Verbinder 291">
                <a:extLst>
                  <a:ext uri="{FF2B5EF4-FFF2-40B4-BE49-F238E27FC236}">
                    <a16:creationId xmlns:a16="http://schemas.microsoft.com/office/drawing/2014/main" id="{EBB762C3-3A48-4CF2-A400-9F1D01160E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Gerader Verbinder 292">
                <a:extLst>
                  <a:ext uri="{FF2B5EF4-FFF2-40B4-BE49-F238E27FC236}">
                    <a16:creationId xmlns:a16="http://schemas.microsoft.com/office/drawing/2014/main" id="{2D82037D-D95C-4412-887E-4CCC04BBE6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Gerader Verbinder 293">
                <a:extLst>
                  <a:ext uri="{FF2B5EF4-FFF2-40B4-BE49-F238E27FC236}">
                    <a16:creationId xmlns:a16="http://schemas.microsoft.com/office/drawing/2014/main" id="{547B2ED3-4C9B-4576-9495-CFC987B625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Gerader Verbinder 294">
                <a:extLst>
                  <a:ext uri="{FF2B5EF4-FFF2-40B4-BE49-F238E27FC236}">
                    <a16:creationId xmlns:a16="http://schemas.microsoft.com/office/drawing/2014/main" id="{BE438B36-8DA3-4AB6-BBE3-5367791A23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Gerader Verbinder 295">
                <a:extLst>
                  <a:ext uri="{FF2B5EF4-FFF2-40B4-BE49-F238E27FC236}">
                    <a16:creationId xmlns:a16="http://schemas.microsoft.com/office/drawing/2014/main" id="{64A12A13-FD5F-4F07-8BE0-88AB2D93F3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Gerader Verbinder 296">
                <a:extLst>
                  <a:ext uri="{FF2B5EF4-FFF2-40B4-BE49-F238E27FC236}">
                    <a16:creationId xmlns:a16="http://schemas.microsoft.com/office/drawing/2014/main" id="{570E7849-4E60-4503-B1AC-2BE0489AB8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Gerader Verbinder 297">
                <a:extLst>
                  <a:ext uri="{FF2B5EF4-FFF2-40B4-BE49-F238E27FC236}">
                    <a16:creationId xmlns:a16="http://schemas.microsoft.com/office/drawing/2014/main" id="{46A8D97C-E073-48DC-AF1C-CC2A5CE2B0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Gerader Verbinder 298">
                <a:extLst>
                  <a:ext uri="{FF2B5EF4-FFF2-40B4-BE49-F238E27FC236}">
                    <a16:creationId xmlns:a16="http://schemas.microsoft.com/office/drawing/2014/main" id="{0B33CC40-626E-4166-A66B-ABA5CD8194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Gerader Verbinder 299">
                <a:extLst>
                  <a:ext uri="{FF2B5EF4-FFF2-40B4-BE49-F238E27FC236}">
                    <a16:creationId xmlns:a16="http://schemas.microsoft.com/office/drawing/2014/main" id="{A8EB7C6C-B2C5-4D72-81DA-70B375440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Gerader Verbinder 300">
                <a:extLst>
                  <a:ext uri="{FF2B5EF4-FFF2-40B4-BE49-F238E27FC236}">
                    <a16:creationId xmlns:a16="http://schemas.microsoft.com/office/drawing/2014/main" id="{F785C74A-7015-4AE2-8136-F97B9824A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Gerader Verbinder 301">
                <a:extLst>
                  <a:ext uri="{FF2B5EF4-FFF2-40B4-BE49-F238E27FC236}">
                    <a16:creationId xmlns:a16="http://schemas.microsoft.com/office/drawing/2014/main" id="{A3012DB6-1BA9-488A-8294-8C4708F1F3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Gerader Verbinder 302">
                <a:extLst>
                  <a:ext uri="{FF2B5EF4-FFF2-40B4-BE49-F238E27FC236}">
                    <a16:creationId xmlns:a16="http://schemas.microsoft.com/office/drawing/2014/main" id="{86553EDD-004C-4D5A-B815-487D7389DD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Gerader Verbinder 303">
                <a:extLst>
                  <a:ext uri="{FF2B5EF4-FFF2-40B4-BE49-F238E27FC236}">
                    <a16:creationId xmlns:a16="http://schemas.microsoft.com/office/drawing/2014/main" id="{5D97AD44-56BE-43BD-8D0C-8DDE48F74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Gerader Verbinder 304">
                <a:extLst>
                  <a:ext uri="{FF2B5EF4-FFF2-40B4-BE49-F238E27FC236}">
                    <a16:creationId xmlns:a16="http://schemas.microsoft.com/office/drawing/2014/main" id="{E842AD2C-378F-404C-A116-6FC24C645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Gerader Verbinder 305">
                <a:extLst>
                  <a:ext uri="{FF2B5EF4-FFF2-40B4-BE49-F238E27FC236}">
                    <a16:creationId xmlns:a16="http://schemas.microsoft.com/office/drawing/2014/main" id="{2DA85B59-14C1-4851-9B93-49531D74E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Gerader Verbinder 306">
                <a:extLst>
                  <a:ext uri="{FF2B5EF4-FFF2-40B4-BE49-F238E27FC236}">
                    <a16:creationId xmlns:a16="http://schemas.microsoft.com/office/drawing/2014/main" id="{4A29DC3B-75D8-47BA-BB0F-7F1BF5C910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Gerader Verbinder 307">
                <a:extLst>
                  <a:ext uri="{FF2B5EF4-FFF2-40B4-BE49-F238E27FC236}">
                    <a16:creationId xmlns:a16="http://schemas.microsoft.com/office/drawing/2014/main" id="{F5B3EA7D-E113-482D-9FEB-439BD960D6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Gerader Verbinder 308">
                <a:extLst>
                  <a:ext uri="{FF2B5EF4-FFF2-40B4-BE49-F238E27FC236}">
                    <a16:creationId xmlns:a16="http://schemas.microsoft.com/office/drawing/2014/main" id="{83A78EE5-1F8F-4687-8930-122134DD7E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Gerader Verbinder 309">
                <a:extLst>
                  <a:ext uri="{FF2B5EF4-FFF2-40B4-BE49-F238E27FC236}">
                    <a16:creationId xmlns:a16="http://schemas.microsoft.com/office/drawing/2014/main" id="{BAA54445-A440-481D-B44C-CAC28EEE1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Gerader Verbinder 310">
                <a:extLst>
                  <a:ext uri="{FF2B5EF4-FFF2-40B4-BE49-F238E27FC236}">
                    <a16:creationId xmlns:a16="http://schemas.microsoft.com/office/drawing/2014/main" id="{3E0D0714-81E9-467D-85FE-3B18DCCE96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Gerader Verbinder 311">
                <a:extLst>
                  <a:ext uri="{FF2B5EF4-FFF2-40B4-BE49-F238E27FC236}">
                    <a16:creationId xmlns:a16="http://schemas.microsoft.com/office/drawing/2014/main" id="{AAA85178-78CB-4B63-82C5-D689685191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Gerader Verbinder 312">
                <a:extLst>
                  <a:ext uri="{FF2B5EF4-FFF2-40B4-BE49-F238E27FC236}">
                    <a16:creationId xmlns:a16="http://schemas.microsoft.com/office/drawing/2014/main" id="{EE3CCD0A-3983-425A-A6FB-4B0C7B93F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Gerader Verbinder 313">
                <a:extLst>
                  <a:ext uri="{FF2B5EF4-FFF2-40B4-BE49-F238E27FC236}">
                    <a16:creationId xmlns:a16="http://schemas.microsoft.com/office/drawing/2014/main" id="{971A6612-D122-4D5B-BFE5-9099D38368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Gerader Verbinder 314">
                <a:extLst>
                  <a:ext uri="{FF2B5EF4-FFF2-40B4-BE49-F238E27FC236}">
                    <a16:creationId xmlns:a16="http://schemas.microsoft.com/office/drawing/2014/main" id="{C0B75F80-A9D9-4E2E-8604-145442E6BB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Gerader Verbinder 315">
                <a:extLst>
                  <a:ext uri="{FF2B5EF4-FFF2-40B4-BE49-F238E27FC236}">
                    <a16:creationId xmlns:a16="http://schemas.microsoft.com/office/drawing/2014/main" id="{15DE9909-3111-4DEC-B416-6D76744CB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Gerader Verbinder 316">
                <a:extLst>
                  <a:ext uri="{FF2B5EF4-FFF2-40B4-BE49-F238E27FC236}">
                    <a16:creationId xmlns:a16="http://schemas.microsoft.com/office/drawing/2014/main" id="{3AF5C88A-0FF1-47DB-BF89-8E13E96D26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Gerader Verbinder 317">
                <a:extLst>
                  <a:ext uri="{FF2B5EF4-FFF2-40B4-BE49-F238E27FC236}">
                    <a16:creationId xmlns:a16="http://schemas.microsoft.com/office/drawing/2014/main" id="{60686888-4F0D-47FB-BCAB-864615DAC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Gerader Verbinder 318">
                <a:extLst>
                  <a:ext uri="{FF2B5EF4-FFF2-40B4-BE49-F238E27FC236}">
                    <a16:creationId xmlns:a16="http://schemas.microsoft.com/office/drawing/2014/main" id="{2B10552A-04E6-41F6-AA19-0DD3A9F9EE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Gerader Verbinder 319">
                <a:extLst>
                  <a:ext uri="{FF2B5EF4-FFF2-40B4-BE49-F238E27FC236}">
                    <a16:creationId xmlns:a16="http://schemas.microsoft.com/office/drawing/2014/main" id="{BE83C2CF-7DF6-4FCA-B20B-BE19A4768C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Gerader Verbinder 320">
                <a:extLst>
                  <a:ext uri="{FF2B5EF4-FFF2-40B4-BE49-F238E27FC236}">
                    <a16:creationId xmlns:a16="http://schemas.microsoft.com/office/drawing/2014/main" id="{5D9209C1-59B9-4C5D-8050-D7C4349CF5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Gerader Verbinder 321">
                <a:extLst>
                  <a:ext uri="{FF2B5EF4-FFF2-40B4-BE49-F238E27FC236}">
                    <a16:creationId xmlns:a16="http://schemas.microsoft.com/office/drawing/2014/main" id="{8C9F3451-A5B4-4A6B-BF20-574D7EDF2D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Gerader Verbinder 322">
                <a:extLst>
                  <a:ext uri="{FF2B5EF4-FFF2-40B4-BE49-F238E27FC236}">
                    <a16:creationId xmlns:a16="http://schemas.microsoft.com/office/drawing/2014/main" id="{93B3B761-E74E-4574-A796-A3A77533A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Gerader Verbinder 323">
                <a:extLst>
                  <a:ext uri="{FF2B5EF4-FFF2-40B4-BE49-F238E27FC236}">
                    <a16:creationId xmlns:a16="http://schemas.microsoft.com/office/drawing/2014/main" id="{4E7E3CAC-E350-45CD-A5FD-406B5C9B5C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Gerader Verbinder 324">
                <a:extLst>
                  <a:ext uri="{FF2B5EF4-FFF2-40B4-BE49-F238E27FC236}">
                    <a16:creationId xmlns:a16="http://schemas.microsoft.com/office/drawing/2014/main" id="{1DE1D161-6954-4F80-8652-4BC95B0097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Gerader Verbinder 325">
                <a:extLst>
                  <a:ext uri="{FF2B5EF4-FFF2-40B4-BE49-F238E27FC236}">
                    <a16:creationId xmlns:a16="http://schemas.microsoft.com/office/drawing/2014/main" id="{25485D66-ADC1-43B9-AA0D-2D4A023F59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Gerader Verbinder 326">
                <a:extLst>
                  <a:ext uri="{FF2B5EF4-FFF2-40B4-BE49-F238E27FC236}">
                    <a16:creationId xmlns:a16="http://schemas.microsoft.com/office/drawing/2014/main" id="{8312B065-A384-4C6B-8E78-010BF5A285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Gerader Verbinder 327">
                <a:extLst>
                  <a:ext uri="{FF2B5EF4-FFF2-40B4-BE49-F238E27FC236}">
                    <a16:creationId xmlns:a16="http://schemas.microsoft.com/office/drawing/2014/main" id="{5BB52F54-E19C-4E4F-B5E0-50CC47434B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Gerader Verbinder 328">
                <a:extLst>
                  <a:ext uri="{FF2B5EF4-FFF2-40B4-BE49-F238E27FC236}">
                    <a16:creationId xmlns:a16="http://schemas.microsoft.com/office/drawing/2014/main" id="{4BDF815F-CD44-43AE-AA58-4820184D65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Gerader Verbinder 329">
                <a:extLst>
                  <a:ext uri="{FF2B5EF4-FFF2-40B4-BE49-F238E27FC236}">
                    <a16:creationId xmlns:a16="http://schemas.microsoft.com/office/drawing/2014/main" id="{211F4AD4-0E75-4C62-80C3-48461DA479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Gerader Verbinder 330">
                <a:extLst>
                  <a:ext uri="{FF2B5EF4-FFF2-40B4-BE49-F238E27FC236}">
                    <a16:creationId xmlns:a16="http://schemas.microsoft.com/office/drawing/2014/main" id="{70A4468E-5739-486D-8265-53C1C19125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Gerader Verbinder 331">
                <a:extLst>
                  <a:ext uri="{FF2B5EF4-FFF2-40B4-BE49-F238E27FC236}">
                    <a16:creationId xmlns:a16="http://schemas.microsoft.com/office/drawing/2014/main" id="{ECE7FF06-1630-4504-B0ED-72167F2EB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Gerader Verbinder 332">
                <a:extLst>
                  <a:ext uri="{FF2B5EF4-FFF2-40B4-BE49-F238E27FC236}">
                    <a16:creationId xmlns:a16="http://schemas.microsoft.com/office/drawing/2014/main" id="{01BDEA36-C61A-4CAA-8C91-6A770C391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Gerader Verbinder 333">
                <a:extLst>
                  <a:ext uri="{FF2B5EF4-FFF2-40B4-BE49-F238E27FC236}">
                    <a16:creationId xmlns:a16="http://schemas.microsoft.com/office/drawing/2014/main" id="{9C8D3351-8062-4279-B4AD-5664BD880E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Gerader Verbinder 334">
                <a:extLst>
                  <a:ext uri="{FF2B5EF4-FFF2-40B4-BE49-F238E27FC236}">
                    <a16:creationId xmlns:a16="http://schemas.microsoft.com/office/drawing/2014/main" id="{EBE62976-6186-4898-B07F-D849DC6D84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6" name="Gruppieren 335">
              <a:extLst>
                <a:ext uri="{FF2B5EF4-FFF2-40B4-BE49-F238E27FC236}">
                  <a16:creationId xmlns:a16="http://schemas.microsoft.com/office/drawing/2014/main" id="{1AA8688E-3DA1-45A6-9796-B16183ADA3C5}"/>
                </a:ext>
              </a:extLst>
            </p:cNvPr>
            <p:cNvGrpSpPr/>
            <p:nvPr/>
          </p:nvGrpSpPr>
          <p:grpSpPr>
            <a:xfrm>
              <a:off x="-16266933" y="3427319"/>
              <a:ext cx="3730229" cy="3921995"/>
              <a:chOff x="-456087" y="-2624137"/>
              <a:chExt cx="12960000" cy="12953349"/>
            </a:xfrm>
          </p:grpSpPr>
          <p:cxnSp>
            <p:nvCxnSpPr>
              <p:cNvPr id="337" name="Gerader Verbinder 336">
                <a:extLst>
                  <a:ext uri="{FF2B5EF4-FFF2-40B4-BE49-F238E27FC236}">
                    <a16:creationId xmlns:a16="http://schemas.microsoft.com/office/drawing/2014/main" id="{4E62DF83-3AD8-4F5F-8CC5-E655C2A59B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Gerader Verbinder 337">
                <a:extLst>
                  <a:ext uri="{FF2B5EF4-FFF2-40B4-BE49-F238E27FC236}">
                    <a16:creationId xmlns:a16="http://schemas.microsoft.com/office/drawing/2014/main" id="{DA2EC6B2-5586-4028-8065-3A13980EB7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Gerader Verbinder 338">
                <a:extLst>
                  <a:ext uri="{FF2B5EF4-FFF2-40B4-BE49-F238E27FC236}">
                    <a16:creationId xmlns:a16="http://schemas.microsoft.com/office/drawing/2014/main" id="{4F90FEB3-B6C4-40A4-AB88-F9F6AA44E6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Gerader Verbinder 339">
                <a:extLst>
                  <a:ext uri="{FF2B5EF4-FFF2-40B4-BE49-F238E27FC236}">
                    <a16:creationId xmlns:a16="http://schemas.microsoft.com/office/drawing/2014/main" id="{F2262914-0359-439A-A819-6573BDF1F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Gerader Verbinder 340">
                <a:extLst>
                  <a:ext uri="{FF2B5EF4-FFF2-40B4-BE49-F238E27FC236}">
                    <a16:creationId xmlns:a16="http://schemas.microsoft.com/office/drawing/2014/main" id="{EDCD2AB2-97BB-496E-BC4F-47D8728555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Gerader Verbinder 341">
                <a:extLst>
                  <a:ext uri="{FF2B5EF4-FFF2-40B4-BE49-F238E27FC236}">
                    <a16:creationId xmlns:a16="http://schemas.microsoft.com/office/drawing/2014/main" id="{7F54FFD7-5E85-4D2F-9CFB-AA1AAF9ED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Gerader Verbinder 342">
                <a:extLst>
                  <a:ext uri="{FF2B5EF4-FFF2-40B4-BE49-F238E27FC236}">
                    <a16:creationId xmlns:a16="http://schemas.microsoft.com/office/drawing/2014/main" id="{57565DD0-F65C-4C45-9879-307DAA75A9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Gerader Verbinder 343">
                <a:extLst>
                  <a:ext uri="{FF2B5EF4-FFF2-40B4-BE49-F238E27FC236}">
                    <a16:creationId xmlns:a16="http://schemas.microsoft.com/office/drawing/2014/main" id="{94D71466-07BD-40E7-A9A8-B26CEAE9D3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Gerader Verbinder 344">
                <a:extLst>
                  <a:ext uri="{FF2B5EF4-FFF2-40B4-BE49-F238E27FC236}">
                    <a16:creationId xmlns:a16="http://schemas.microsoft.com/office/drawing/2014/main" id="{B5821689-9C92-4216-9144-9EE0F67B0B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Gerader Verbinder 345">
                <a:extLst>
                  <a:ext uri="{FF2B5EF4-FFF2-40B4-BE49-F238E27FC236}">
                    <a16:creationId xmlns:a16="http://schemas.microsoft.com/office/drawing/2014/main" id="{D1D5F97B-33B4-4653-ACD3-CE6F6128F5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Gerader Verbinder 346">
                <a:extLst>
                  <a:ext uri="{FF2B5EF4-FFF2-40B4-BE49-F238E27FC236}">
                    <a16:creationId xmlns:a16="http://schemas.microsoft.com/office/drawing/2014/main" id="{FE871A58-A588-4E09-B757-7ABA09955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Gerader Verbinder 347">
                <a:extLst>
                  <a:ext uri="{FF2B5EF4-FFF2-40B4-BE49-F238E27FC236}">
                    <a16:creationId xmlns:a16="http://schemas.microsoft.com/office/drawing/2014/main" id="{0877C05B-6403-4B33-A813-D70CA58C56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Gerader Verbinder 348">
                <a:extLst>
                  <a:ext uri="{FF2B5EF4-FFF2-40B4-BE49-F238E27FC236}">
                    <a16:creationId xmlns:a16="http://schemas.microsoft.com/office/drawing/2014/main" id="{A7B00FF6-8EC4-4011-88BC-30B2BA5A6E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Gerader Verbinder 349">
                <a:extLst>
                  <a:ext uri="{FF2B5EF4-FFF2-40B4-BE49-F238E27FC236}">
                    <a16:creationId xmlns:a16="http://schemas.microsoft.com/office/drawing/2014/main" id="{4F5E67C7-3AD5-4CFC-B1BE-B3FE57DAFA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Gerader Verbinder 350">
                <a:extLst>
                  <a:ext uri="{FF2B5EF4-FFF2-40B4-BE49-F238E27FC236}">
                    <a16:creationId xmlns:a16="http://schemas.microsoft.com/office/drawing/2014/main" id="{75582C2F-4F22-49A0-86F6-A65D555A55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Gerader Verbinder 351">
                <a:extLst>
                  <a:ext uri="{FF2B5EF4-FFF2-40B4-BE49-F238E27FC236}">
                    <a16:creationId xmlns:a16="http://schemas.microsoft.com/office/drawing/2014/main" id="{1AAAC902-C266-4E8B-B7FB-13789AD91D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Gerader Verbinder 352">
                <a:extLst>
                  <a:ext uri="{FF2B5EF4-FFF2-40B4-BE49-F238E27FC236}">
                    <a16:creationId xmlns:a16="http://schemas.microsoft.com/office/drawing/2014/main" id="{2AA12970-AF3B-4E4D-B6A1-0FC4675C68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Gerader Verbinder 353">
                <a:extLst>
                  <a:ext uri="{FF2B5EF4-FFF2-40B4-BE49-F238E27FC236}">
                    <a16:creationId xmlns:a16="http://schemas.microsoft.com/office/drawing/2014/main" id="{C9CA005B-38C8-44A0-BB36-1C54D2194F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Gerader Verbinder 354">
                <a:extLst>
                  <a:ext uri="{FF2B5EF4-FFF2-40B4-BE49-F238E27FC236}">
                    <a16:creationId xmlns:a16="http://schemas.microsoft.com/office/drawing/2014/main" id="{A4E96442-FA8E-4CB0-A3F2-79EBEDAE93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Gerader Verbinder 355">
                <a:extLst>
                  <a:ext uri="{FF2B5EF4-FFF2-40B4-BE49-F238E27FC236}">
                    <a16:creationId xmlns:a16="http://schemas.microsoft.com/office/drawing/2014/main" id="{178E3473-F9FE-4831-A3AF-F4688BD4A8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Gerader Verbinder 356">
                <a:extLst>
                  <a:ext uri="{FF2B5EF4-FFF2-40B4-BE49-F238E27FC236}">
                    <a16:creationId xmlns:a16="http://schemas.microsoft.com/office/drawing/2014/main" id="{7AE25342-F415-42F3-B76A-0E2756CC79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Gerader Verbinder 357">
                <a:extLst>
                  <a:ext uri="{FF2B5EF4-FFF2-40B4-BE49-F238E27FC236}">
                    <a16:creationId xmlns:a16="http://schemas.microsoft.com/office/drawing/2014/main" id="{EDECF54D-3837-4A3C-882E-076BBCD77A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Gerader Verbinder 358">
                <a:extLst>
                  <a:ext uri="{FF2B5EF4-FFF2-40B4-BE49-F238E27FC236}">
                    <a16:creationId xmlns:a16="http://schemas.microsoft.com/office/drawing/2014/main" id="{35591E11-888F-4FD1-9A4B-346BF2A2A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Gerader Verbinder 359">
                <a:extLst>
                  <a:ext uri="{FF2B5EF4-FFF2-40B4-BE49-F238E27FC236}">
                    <a16:creationId xmlns:a16="http://schemas.microsoft.com/office/drawing/2014/main" id="{B8D11999-B5B1-4A98-9B31-B538C1098A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Gerader Verbinder 360">
                <a:extLst>
                  <a:ext uri="{FF2B5EF4-FFF2-40B4-BE49-F238E27FC236}">
                    <a16:creationId xmlns:a16="http://schemas.microsoft.com/office/drawing/2014/main" id="{FD8DE20E-E234-4EA2-B0A5-15C3D1A38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Gerader Verbinder 361">
                <a:extLst>
                  <a:ext uri="{FF2B5EF4-FFF2-40B4-BE49-F238E27FC236}">
                    <a16:creationId xmlns:a16="http://schemas.microsoft.com/office/drawing/2014/main" id="{0CC6E720-91AB-477B-BCEE-EF1B14B3E8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Gerader Verbinder 362">
                <a:extLst>
                  <a:ext uri="{FF2B5EF4-FFF2-40B4-BE49-F238E27FC236}">
                    <a16:creationId xmlns:a16="http://schemas.microsoft.com/office/drawing/2014/main" id="{0F29ECD4-EE51-44A9-9882-47A593AC97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Gerader Verbinder 363">
                <a:extLst>
                  <a:ext uri="{FF2B5EF4-FFF2-40B4-BE49-F238E27FC236}">
                    <a16:creationId xmlns:a16="http://schemas.microsoft.com/office/drawing/2014/main" id="{71BE1B21-CF4E-453B-BDC1-8E6147B1A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Gerader Verbinder 364">
                <a:extLst>
                  <a:ext uri="{FF2B5EF4-FFF2-40B4-BE49-F238E27FC236}">
                    <a16:creationId xmlns:a16="http://schemas.microsoft.com/office/drawing/2014/main" id="{092231A8-61CC-4164-9CEE-297303AEAE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Gerader Verbinder 365">
                <a:extLst>
                  <a:ext uri="{FF2B5EF4-FFF2-40B4-BE49-F238E27FC236}">
                    <a16:creationId xmlns:a16="http://schemas.microsoft.com/office/drawing/2014/main" id="{03C5B8B8-F5C7-4932-86C3-D153E934A3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Gerader Verbinder 366">
                <a:extLst>
                  <a:ext uri="{FF2B5EF4-FFF2-40B4-BE49-F238E27FC236}">
                    <a16:creationId xmlns:a16="http://schemas.microsoft.com/office/drawing/2014/main" id="{98288F1A-10E4-45C7-B423-3F4984FAFC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Gerader Verbinder 367">
                <a:extLst>
                  <a:ext uri="{FF2B5EF4-FFF2-40B4-BE49-F238E27FC236}">
                    <a16:creationId xmlns:a16="http://schemas.microsoft.com/office/drawing/2014/main" id="{ED04769D-0DB0-423A-9BE4-3416726F3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Gerader Verbinder 368">
                <a:extLst>
                  <a:ext uri="{FF2B5EF4-FFF2-40B4-BE49-F238E27FC236}">
                    <a16:creationId xmlns:a16="http://schemas.microsoft.com/office/drawing/2014/main" id="{915BE954-2707-4DD1-937B-D71397DD7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Gerader Verbinder 369">
                <a:extLst>
                  <a:ext uri="{FF2B5EF4-FFF2-40B4-BE49-F238E27FC236}">
                    <a16:creationId xmlns:a16="http://schemas.microsoft.com/office/drawing/2014/main" id="{1B7503D3-9792-423E-A42C-EFCBBA7E9F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Gerader Verbinder 370">
                <a:extLst>
                  <a:ext uri="{FF2B5EF4-FFF2-40B4-BE49-F238E27FC236}">
                    <a16:creationId xmlns:a16="http://schemas.microsoft.com/office/drawing/2014/main" id="{D495C58D-6A2D-4A15-A1B8-FA2E33DE57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Gerader Verbinder 371">
                <a:extLst>
                  <a:ext uri="{FF2B5EF4-FFF2-40B4-BE49-F238E27FC236}">
                    <a16:creationId xmlns:a16="http://schemas.microsoft.com/office/drawing/2014/main" id="{159CD4F6-306B-4431-BA80-7AE7281D72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Gerader Verbinder 372">
                <a:extLst>
                  <a:ext uri="{FF2B5EF4-FFF2-40B4-BE49-F238E27FC236}">
                    <a16:creationId xmlns:a16="http://schemas.microsoft.com/office/drawing/2014/main" id="{FF558F3E-A54F-41EB-845E-92CB7B2F6A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Gerader Verbinder 373">
                <a:extLst>
                  <a:ext uri="{FF2B5EF4-FFF2-40B4-BE49-F238E27FC236}">
                    <a16:creationId xmlns:a16="http://schemas.microsoft.com/office/drawing/2014/main" id="{BA3EE02B-9497-438A-8270-8F40BEB082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Gerader Verbinder 374">
                <a:extLst>
                  <a:ext uri="{FF2B5EF4-FFF2-40B4-BE49-F238E27FC236}">
                    <a16:creationId xmlns:a16="http://schemas.microsoft.com/office/drawing/2014/main" id="{C209D71B-C8ED-46A3-B78C-2329097886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Gerader Verbinder 375">
                <a:extLst>
                  <a:ext uri="{FF2B5EF4-FFF2-40B4-BE49-F238E27FC236}">
                    <a16:creationId xmlns:a16="http://schemas.microsoft.com/office/drawing/2014/main" id="{776CBEE1-4573-48F2-AC0F-F06F5077D4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Gerader Verbinder 376">
                <a:extLst>
                  <a:ext uri="{FF2B5EF4-FFF2-40B4-BE49-F238E27FC236}">
                    <a16:creationId xmlns:a16="http://schemas.microsoft.com/office/drawing/2014/main" id="{87D51A00-FA39-4AB1-BA8B-963E62E634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Gerader Verbinder 377">
                <a:extLst>
                  <a:ext uri="{FF2B5EF4-FFF2-40B4-BE49-F238E27FC236}">
                    <a16:creationId xmlns:a16="http://schemas.microsoft.com/office/drawing/2014/main" id="{966D8AF1-5B9D-4F89-A3A3-BC4DD4F828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Gerader Verbinder 378">
                <a:extLst>
                  <a:ext uri="{FF2B5EF4-FFF2-40B4-BE49-F238E27FC236}">
                    <a16:creationId xmlns:a16="http://schemas.microsoft.com/office/drawing/2014/main" id="{18AF7C76-C3AA-4B4D-A173-B77CA1F350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Gerader Verbinder 379">
                <a:extLst>
                  <a:ext uri="{FF2B5EF4-FFF2-40B4-BE49-F238E27FC236}">
                    <a16:creationId xmlns:a16="http://schemas.microsoft.com/office/drawing/2014/main" id="{B080FFC4-E2B4-420B-B2BE-8E1C36216E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Gerader Verbinder 380">
                <a:extLst>
                  <a:ext uri="{FF2B5EF4-FFF2-40B4-BE49-F238E27FC236}">
                    <a16:creationId xmlns:a16="http://schemas.microsoft.com/office/drawing/2014/main" id="{8B9E8F9E-8627-43C0-98D5-8CEB10B5F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Gerader Verbinder 381">
                <a:extLst>
                  <a:ext uri="{FF2B5EF4-FFF2-40B4-BE49-F238E27FC236}">
                    <a16:creationId xmlns:a16="http://schemas.microsoft.com/office/drawing/2014/main" id="{854A95CA-7A30-44B3-A326-CAC564FB5B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Gerader Verbinder 382">
                <a:extLst>
                  <a:ext uri="{FF2B5EF4-FFF2-40B4-BE49-F238E27FC236}">
                    <a16:creationId xmlns:a16="http://schemas.microsoft.com/office/drawing/2014/main" id="{20AB94C7-7F2C-42CD-A2AB-C43C916BD6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Gerader Verbinder 383">
                <a:extLst>
                  <a:ext uri="{FF2B5EF4-FFF2-40B4-BE49-F238E27FC236}">
                    <a16:creationId xmlns:a16="http://schemas.microsoft.com/office/drawing/2014/main" id="{D73E9295-99B6-40AA-8885-921834536C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Gerader Verbinder 384">
                <a:extLst>
                  <a:ext uri="{FF2B5EF4-FFF2-40B4-BE49-F238E27FC236}">
                    <a16:creationId xmlns:a16="http://schemas.microsoft.com/office/drawing/2014/main" id="{016ECCCB-50CF-4869-A7E6-231586052C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Gerader Verbinder 385">
                <a:extLst>
                  <a:ext uri="{FF2B5EF4-FFF2-40B4-BE49-F238E27FC236}">
                    <a16:creationId xmlns:a16="http://schemas.microsoft.com/office/drawing/2014/main" id="{E8BC7E5A-9A0F-40F3-90D2-CD887EA6E3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Gerader Verbinder 386">
                <a:extLst>
                  <a:ext uri="{FF2B5EF4-FFF2-40B4-BE49-F238E27FC236}">
                    <a16:creationId xmlns:a16="http://schemas.microsoft.com/office/drawing/2014/main" id="{8F00A22C-8282-4435-B792-944222C36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Gerader Verbinder 387">
                <a:extLst>
                  <a:ext uri="{FF2B5EF4-FFF2-40B4-BE49-F238E27FC236}">
                    <a16:creationId xmlns:a16="http://schemas.microsoft.com/office/drawing/2014/main" id="{0FEB43E7-E98A-4F04-B5E1-A7C049DA42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Gerader Verbinder 388">
                <a:extLst>
                  <a:ext uri="{FF2B5EF4-FFF2-40B4-BE49-F238E27FC236}">
                    <a16:creationId xmlns:a16="http://schemas.microsoft.com/office/drawing/2014/main" id="{5E0B9645-27AE-4993-9A3F-853470AFB0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Gerader Verbinder 389">
                <a:extLst>
                  <a:ext uri="{FF2B5EF4-FFF2-40B4-BE49-F238E27FC236}">
                    <a16:creationId xmlns:a16="http://schemas.microsoft.com/office/drawing/2014/main" id="{F5D04BF1-B74F-4958-AED7-073C84851B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Gerader Verbinder 390">
                <a:extLst>
                  <a:ext uri="{FF2B5EF4-FFF2-40B4-BE49-F238E27FC236}">
                    <a16:creationId xmlns:a16="http://schemas.microsoft.com/office/drawing/2014/main" id="{B39D2E27-9DAE-4150-AE02-B4B60CA898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Gerader Verbinder 391">
                <a:extLst>
                  <a:ext uri="{FF2B5EF4-FFF2-40B4-BE49-F238E27FC236}">
                    <a16:creationId xmlns:a16="http://schemas.microsoft.com/office/drawing/2014/main" id="{35BF1C27-6C4C-4458-A817-DAD519C552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Gerader Verbinder 392">
                <a:extLst>
                  <a:ext uri="{FF2B5EF4-FFF2-40B4-BE49-F238E27FC236}">
                    <a16:creationId xmlns:a16="http://schemas.microsoft.com/office/drawing/2014/main" id="{D21E4F05-59CB-4431-A0A1-9761A24199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Gerader Verbinder 393">
                <a:extLst>
                  <a:ext uri="{FF2B5EF4-FFF2-40B4-BE49-F238E27FC236}">
                    <a16:creationId xmlns:a16="http://schemas.microsoft.com/office/drawing/2014/main" id="{9C06C99A-EDA6-49EF-84AA-6BDAD63DC6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Gerader Verbinder 394">
                <a:extLst>
                  <a:ext uri="{FF2B5EF4-FFF2-40B4-BE49-F238E27FC236}">
                    <a16:creationId xmlns:a16="http://schemas.microsoft.com/office/drawing/2014/main" id="{825AD38E-E8EB-4F21-8371-7919B9AB57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Gerader Verbinder 395">
                <a:extLst>
                  <a:ext uri="{FF2B5EF4-FFF2-40B4-BE49-F238E27FC236}">
                    <a16:creationId xmlns:a16="http://schemas.microsoft.com/office/drawing/2014/main" id="{36A4E517-DDFF-42E9-829D-2BBF0B742B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Gerader Verbinder 396">
                <a:extLst>
                  <a:ext uri="{FF2B5EF4-FFF2-40B4-BE49-F238E27FC236}">
                    <a16:creationId xmlns:a16="http://schemas.microsoft.com/office/drawing/2014/main" id="{5DA2E730-2C89-47D3-AE25-565A236269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Gerader Verbinder 397">
                <a:extLst>
                  <a:ext uri="{FF2B5EF4-FFF2-40B4-BE49-F238E27FC236}">
                    <a16:creationId xmlns:a16="http://schemas.microsoft.com/office/drawing/2014/main" id="{030996BB-80EA-4C44-9FC7-A442F86A44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Gerader Verbinder 398">
                <a:extLst>
                  <a:ext uri="{FF2B5EF4-FFF2-40B4-BE49-F238E27FC236}">
                    <a16:creationId xmlns:a16="http://schemas.microsoft.com/office/drawing/2014/main" id="{D4964BBE-85DD-4AE9-A2FB-46AF3CCEA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Gerader Verbinder 399">
                <a:extLst>
                  <a:ext uri="{FF2B5EF4-FFF2-40B4-BE49-F238E27FC236}">
                    <a16:creationId xmlns:a16="http://schemas.microsoft.com/office/drawing/2014/main" id="{43718F3C-A9B4-4DAE-BAE0-E1A296A05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Gerader Verbinder 400">
                <a:extLst>
                  <a:ext uri="{FF2B5EF4-FFF2-40B4-BE49-F238E27FC236}">
                    <a16:creationId xmlns:a16="http://schemas.microsoft.com/office/drawing/2014/main" id="{15514333-906F-4E52-91AC-B3E45A60BB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Gerader Verbinder 401">
                <a:extLst>
                  <a:ext uri="{FF2B5EF4-FFF2-40B4-BE49-F238E27FC236}">
                    <a16:creationId xmlns:a16="http://schemas.microsoft.com/office/drawing/2014/main" id="{FC72BE25-2D21-4807-8D0C-A8CC8A756B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Gerader Verbinder 402">
                <a:extLst>
                  <a:ext uri="{FF2B5EF4-FFF2-40B4-BE49-F238E27FC236}">
                    <a16:creationId xmlns:a16="http://schemas.microsoft.com/office/drawing/2014/main" id="{D1A55CF7-7C9F-428E-8302-6F083F6F6D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Gerader Verbinder 403">
                <a:extLst>
                  <a:ext uri="{FF2B5EF4-FFF2-40B4-BE49-F238E27FC236}">
                    <a16:creationId xmlns:a16="http://schemas.microsoft.com/office/drawing/2014/main" id="{0E7D2DB3-16E9-42BC-9464-2128758390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Gerader Verbinder 404">
                <a:extLst>
                  <a:ext uri="{FF2B5EF4-FFF2-40B4-BE49-F238E27FC236}">
                    <a16:creationId xmlns:a16="http://schemas.microsoft.com/office/drawing/2014/main" id="{08D25016-EBF6-42AE-A05F-D43FAC4FC6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Gerader Verbinder 405">
                <a:extLst>
                  <a:ext uri="{FF2B5EF4-FFF2-40B4-BE49-F238E27FC236}">
                    <a16:creationId xmlns:a16="http://schemas.microsoft.com/office/drawing/2014/main" id="{B803B250-4123-4D82-A31E-4EA3E1C62F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Gerader Verbinder 406">
                <a:extLst>
                  <a:ext uri="{FF2B5EF4-FFF2-40B4-BE49-F238E27FC236}">
                    <a16:creationId xmlns:a16="http://schemas.microsoft.com/office/drawing/2014/main" id="{9D9CDEB9-63DA-47A6-AECB-206268EC5A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Gerader Verbinder 407">
                <a:extLst>
                  <a:ext uri="{FF2B5EF4-FFF2-40B4-BE49-F238E27FC236}">
                    <a16:creationId xmlns:a16="http://schemas.microsoft.com/office/drawing/2014/main" id="{C2C79876-011F-4E7D-BBE8-AD9B7A56C3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Gerader Verbinder 408">
                <a:extLst>
                  <a:ext uri="{FF2B5EF4-FFF2-40B4-BE49-F238E27FC236}">
                    <a16:creationId xmlns:a16="http://schemas.microsoft.com/office/drawing/2014/main" id="{87C61FAE-E49F-4528-8403-6D80AAAD35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Gerader Verbinder 409">
                <a:extLst>
                  <a:ext uri="{FF2B5EF4-FFF2-40B4-BE49-F238E27FC236}">
                    <a16:creationId xmlns:a16="http://schemas.microsoft.com/office/drawing/2014/main" id="{5BB1D90B-5865-4AD6-901C-49C10EE7A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Gerader Verbinder 410">
                <a:extLst>
                  <a:ext uri="{FF2B5EF4-FFF2-40B4-BE49-F238E27FC236}">
                    <a16:creationId xmlns:a16="http://schemas.microsoft.com/office/drawing/2014/main" id="{29470003-8E5F-49F8-8913-5477DFBCA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Gerader Verbinder 411">
                <a:extLst>
                  <a:ext uri="{FF2B5EF4-FFF2-40B4-BE49-F238E27FC236}">
                    <a16:creationId xmlns:a16="http://schemas.microsoft.com/office/drawing/2014/main" id="{59A69825-61F7-42EA-BEF4-CF8E700593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3" name="Gruppieren 412">
              <a:extLst>
                <a:ext uri="{FF2B5EF4-FFF2-40B4-BE49-F238E27FC236}">
                  <a16:creationId xmlns:a16="http://schemas.microsoft.com/office/drawing/2014/main" id="{4F596960-573A-42BB-B774-0F08F2969A8B}"/>
                </a:ext>
              </a:extLst>
            </p:cNvPr>
            <p:cNvGrpSpPr/>
            <p:nvPr/>
          </p:nvGrpSpPr>
          <p:grpSpPr>
            <a:xfrm>
              <a:off x="-12538456" y="3427880"/>
              <a:ext cx="3730229" cy="3921995"/>
              <a:chOff x="-456087" y="-2624137"/>
              <a:chExt cx="12960000" cy="12953349"/>
            </a:xfrm>
          </p:grpSpPr>
          <p:cxnSp>
            <p:nvCxnSpPr>
              <p:cNvPr id="414" name="Gerader Verbinder 413">
                <a:extLst>
                  <a:ext uri="{FF2B5EF4-FFF2-40B4-BE49-F238E27FC236}">
                    <a16:creationId xmlns:a16="http://schemas.microsoft.com/office/drawing/2014/main" id="{D58C39D6-D583-4C28-8D85-B2F2FAFBE7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Gerader Verbinder 414">
                <a:extLst>
                  <a:ext uri="{FF2B5EF4-FFF2-40B4-BE49-F238E27FC236}">
                    <a16:creationId xmlns:a16="http://schemas.microsoft.com/office/drawing/2014/main" id="{1ADA18CB-7BEA-45B4-970A-6E5CA91DC5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Gerader Verbinder 415">
                <a:extLst>
                  <a:ext uri="{FF2B5EF4-FFF2-40B4-BE49-F238E27FC236}">
                    <a16:creationId xmlns:a16="http://schemas.microsoft.com/office/drawing/2014/main" id="{5F3B4465-6579-4E19-AEBB-53A45DA8F3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Gerader Verbinder 416">
                <a:extLst>
                  <a:ext uri="{FF2B5EF4-FFF2-40B4-BE49-F238E27FC236}">
                    <a16:creationId xmlns:a16="http://schemas.microsoft.com/office/drawing/2014/main" id="{850465F5-D0AB-42B3-ACCE-9C29F16033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Gerader Verbinder 417">
                <a:extLst>
                  <a:ext uri="{FF2B5EF4-FFF2-40B4-BE49-F238E27FC236}">
                    <a16:creationId xmlns:a16="http://schemas.microsoft.com/office/drawing/2014/main" id="{6814520B-1D22-45DD-BE11-E04F01DDF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Gerader Verbinder 418">
                <a:extLst>
                  <a:ext uri="{FF2B5EF4-FFF2-40B4-BE49-F238E27FC236}">
                    <a16:creationId xmlns:a16="http://schemas.microsoft.com/office/drawing/2014/main" id="{8D3D84B3-A2E7-4D83-B397-D7E4EC5F85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Gerader Verbinder 419">
                <a:extLst>
                  <a:ext uri="{FF2B5EF4-FFF2-40B4-BE49-F238E27FC236}">
                    <a16:creationId xmlns:a16="http://schemas.microsoft.com/office/drawing/2014/main" id="{6E37BFE3-6FE9-4F4F-997F-101832B86C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Gerader Verbinder 420">
                <a:extLst>
                  <a:ext uri="{FF2B5EF4-FFF2-40B4-BE49-F238E27FC236}">
                    <a16:creationId xmlns:a16="http://schemas.microsoft.com/office/drawing/2014/main" id="{10ABBB03-66DD-4827-A3CE-7BBB2957F2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Gerader Verbinder 421">
                <a:extLst>
                  <a:ext uri="{FF2B5EF4-FFF2-40B4-BE49-F238E27FC236}">
                    <a16:creationId xmlns:a16="http://schemas.microsoft.com/office/drawing/2014/main" id="{37D8C68C-44B1-4F23-B2A3-DBD39823DD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Gerader Verbinder 422">
                <a:extLst>
                  <a:ext uri="{FF2B5EF4-FFF2-40B4-BE49-F238E27FC236}">
                    <a16:creationId xmlns:a16="http://schemas.microsoft.com/office/drawing/2014/main" id="{D183849A-AC2E-420E-A3C9-E513FE0F5D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Gerader Verbinder 423">
                <a:extLst>
                  <a:ext uri="{FF2B5EF4-FFF2-40B4-BE49-F238E27FC236}">
                    <a16:creationId xmlns:a16="http://schemas.microsoft.com/office/drawing/2014/main" id="{FE7B0D4B-650F-4E14-95AD-197E0BD293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Gerader Verbinder 424">
                <a:extLst>
                  <a:ext uri="{FF2B5EF4-FFF2-40B4-BE49-F238E27FC236}">
                    <a16:creationId xmlns:a16="http://schemas.microsoft.com/office/drawing/2014/main" id="{24172644-D936-4CD0-B111-564C146EC2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Gerader Verbinder 425">
                <a:extLst>
                  <a:ext uri="{FF2B5EF4-FFF2-40B4-BE49-F238E27FC236}">
                    <a16:creationId xmlns:a16="http://schemas.microsoft.com/office/drawing/2014/main" id="{87862D6B-CDEE-47B6-BFDB-F4D908AB23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Gerader Verbinder 426">
                <a:extLst>
                  <a:ext uri="{FF2B5EF4-FFF2-40B4-BE49-F238E27FC236}">
                    <a16:creationId xmlns:a16="http://schemas.microsoft.com/office/drawing/2014/main" id="{524CB830-3014-44F7-AFF2-AC13280BA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Gerader Verbinder 427">
                <a:extLst>
                  <a:ext uri="{FF2B5EF4-FFF2-40B4-BE49-F238E27FC236}">
                    <a16:creationId xmlns:a16="http://schemas.microsoft.com/office/drawing/2014/main" id="{E85460CD-B2F5-4347-9A08-F30EB1C0A7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Gerader Verbinder 428">
                <a:extLst>
                  <a:ext uri="{FF2B5EF4-FFF2-40B4-BE49-F238E27FC236}">
                    <a16:creationId xmlns:a16="http://schemas.microsoft.com/office/drawing/2014/main" id="{747185E0-4179-46C1-A559-F49B1319AA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Gerader Verbinder 429">
                <a:extLst>
                  <a:ext uri="{FF2B5EF4-FFF2-40B4-BE49-F238E27FC236}">
                    <a16:creationId xmlns:a16="http://schemas.microsoft.com/office/drawing/2014/main" id="{09F292E0-62CC-4041-B3F0-3278CDF863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Gerader Verbinder 430">
                <a:extLst>
                  <a:ext uri="{FF2B5EF4-FFF2-40B4-BE49-F238E27FC236}">
                    <a16:creationId xmlns:a16="http://schemas.microsoft.com/office/drawing/2014/main" id="{8757D83E-E253-46DF-A36B-2829FDC592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Gerader Verbinder 431">
                <a:extLst>
                  <a:ext uri="{FF2B5EF4-FFF2-40B4-BE49-F238E27FC236}">
                    <a16:creationId xmlns:a16="http://schemas.microsoft.com/office/drawing/2014/main" id="{B3B70E10-08B6-4A42-8DC5-848A507E3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Gerader Verbinder 432">
                <a:extLst>
                  <a:ext uri="{FF2B5EF4-FFF2-40B4-BE49-F238E27FC236}">
                    <a16:creationId xmlns:a16="http://schemas.microsoft.com/office/drawing/2014/main" id="{38588147-565B-474C-BAA2-40FB2CBB2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Gerader Verbinder 433">
                <a:extLst>
                  <a:ext uri="{FF2B5EF4-FFF2-40B4-BE49-F238E27FC236}">
                    <a16:creationId xmlns:a16="http://schemas.microsoft.com/office/drawing/2014/main" id="{65BD1AB7-7ADB-4A75-8D4A-BC633F8551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Gerader Verbinder 434">
                <a:extLst>
                  <a:ext uri="{FF2B5EF4-FFF2-40B4-BE49-F238E27FC236}">
                    <a16:creationId xmlns:a16="http://schemas.microsoft.com/office/drawing/2014/main" id="{73D367F5-6BB7-400D-B9D4-D55FB521B6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Gerader Verbinder 435">
                <a:extLst>
                  <a:ext uri="{FF2B5EF4-FFF2-40B4-BE49-F238E27FC236}">
                    <a16:creationId xmlns:a16="http://schemas.microsoft.com/office/drawing/2014/main" id="{0286763B-6327-4AF5-8EE4-237D81CBF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Gerader Verbinder 436">
                <a:extLst>
                  <a:ext uri="{FF2B5EF4-FFF2-40B4-BE49-F238E27FC236}">
                    <a16:creationId xmlns:a16="http://schemas.microsoft.com/office/drawing/2014/main" id="{4565BBDE-3F93-4EBC-B2F1-2EBD1E85CC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Gerader Verbinder 437">
                <a:extLst>
                  <a:ext uri="{FF2B5EF4-FFF2-40B4-BE49-F238E27FC236}">
                    <a16:creationId xmlns:a16="http://schemas.microsoft.com/office/drawing/2014/main" id="{7D46D4FC-BE00-4ECA-ACE9-C6FDEA0108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Gerader Verbinder 438">
                <a:extLst>
                  <a:ext uri="{FF2B5EF4-FFF2-40B4-BE49-F238E27FC236}">
                    <a16:creationId xmlns:a16="http://schemas.microsoft.com/office/drawing/2014/main" id="{DE0DDE0A-F52B-4230-A9AA-9B859D747E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Gerader Verbinder 439">
                <a:extLst>
                  <a:ext uri="{FF2B5EF4-FFF2-40B4-BE49-F238E27FC236}">
                    <a16:creationId xmlns:a16="http://schemas.microsoft.com/office/drawing/2014/main" id="{E9E9CE2F-FE5E-4436-BD95-BCABFC077B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Gerader Verbinder 440">
                <a:extLst>
                  <a:ext uri="{FF2B5EF4-FFF2-40B4-BE49-F238E27FC236}">
                    <a16:creationId xmlns:a16="http://schemas.microsoft.com/office/drawing/2014/main" id="{F9DC86FE-A58E-455E-9721-9C954D02A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Gerader Verbinder 441">
                <a:extLst>
                  <a:ext uri="{FF2B5EF4-FFF2-40B4-BE49-F238E27FC236}">
                    <a16:creationId xmlns:a16="http://schemas.microsoft.com/office/drawing/2014/main" id="{2542DF38-E876-4293-82B3-6FA7665E39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Gerader Verbinder 442">
                <a:extLst>
                  <a:ext uri="{FF2B5EF4-FFF2-40B4-BE49-F238E27FC236}">
                    <a16:creationId xmlns:a16="http://schemas.microsoft.com/office/drawing/2014/main" id="{1E10760F-5DE1-419A-AB14-8D07F6B8B2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Gerader Verbinder 443">
                <a:extLst>
                  <a:ext uri="{FF2B5EF4-FFF2-40B4-BE49-F238E27FC236}">
                    <a16:creationId xmlns:a16="http://schemas.microsoft.com/office/drawing/2014/main" id="{959D2356-76D3-46CD-9BC3-9B6DE6CB3A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Gerader Verbinder 444">
                <a:extLst>
                  <a:ext uri="{FF2B5EF4-FFF2-40B4-BE49-F238E27FC236}">
                    <a16:creationId xmlns:a16="http://schemas.microsoft.com/office/drawing/2014/main" id="{1E6EFC4E-9027-47A5-BBAD-253E76DFBF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Gerader Verbinder 445">
                <a:extLst>
                  <a:ext uri="{FF2B5EF4-FFF2-40B4-BE49-F238E27FC236}">
                    <a16:creationId xmlns:a16="http://schemas.microsoft.com/office/drawing/2014/main" id="{AC844796-6FFC-4CC8-90C7-E9E712D920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Gerader Verbinder 446">
                <a:extLst>
                  <a:ext uri="{FF2B5EF4-FFF2-40B4-BE49-F238E27FC236}">
                    <a16:creationId xmlns:a16="http://schemas.microsoft.com/office/drawing/2014/main" id="{4B55FCCE-EAE1-4247-A827-CAD5B4985F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Gerader Verbinder 447">
                <a:extLst>
                  <a:ext uri="{FF2B5EF4-FFF2-40B4-BE49-F238E27FC236}">
                    <a16:creationId xmlns:a16="http://schemas.microsoft.com/office/drawing/2014/main" id="{868251AB-E329-45FE-A04B-969BEA254D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Gerader Verbinder 448">
                <a:extLst>
                  <a:ext uri="{FF2B5EF4-FFF2-40B4-BE49-F238E27FC236}">
                    <a16:creationId xmlns:a16="http://schemas.microsoft.com/office/drawing/2014/main" id="{97503652-78E4-4300-9630-DF4C688E26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Gerader Verbinder 449">
                <a:extLst>
                  <a:ext uri="{FF2B5EF4-FFF2-40B4-BE49-F238E27FC236}">
                    <a16:creationId xmlns:a16="http://schemas.microsoft.com/office/drawing/2014/main" id="{2E65DD52-8619-4480-BC40-C4EAC0EB91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Gerader Verbinder 450">
                <a:extLst>
                  <a:ext uri="{FF2B5EF4-FFF2-40B4-BE49-F238E27FC236}">
                    <a16:creationId xmlns:a16="http://schemas.microsoft.com/office/drawing/2014/main" id="{BB6E779B-2DB6-40A8-B0BC-0D3045B34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Gerader Verbinder 451">
                <a:extLst>
                  <a:ext uri="{FF2B5EF4-FFF2-40B4-BE49-F238E27FC236}">
                    <a16:creationId xmlns:a16="http://schemas.microsoft.com/office/drawing/2014/main" id="{B3877E8C-7E9C-4081-93BE-CD9FAEDDB1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Gerader Verbinder 452">
                <a:extLst>
                  <a:ext uri="{FF2B5EF4-FFF2-40B4-BE49-F238E27FC236}">
                    <a16:creationId xmlns:a16="http://schemas.microsoft.com/office/drawing/2014/main" id="{984D01B8-752E-4B04-B161-3576CA70F9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Gerader Verbinder 453">
                <a:extLst>
                  <a:ext uri="{FF2B5EF4-FFF2-40B4-BE49-F238E27FC236}">
                    <a16:creationId xmlns:a16="http://schemas.microsoft.com/office/drawing/2014/main" id="{00830A6A-4839-492A-9E79-EEA78EB32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Gerader Verbinder 454">
                <a:extLst>
                  <a:ext uri="{FF2B5EF4-FFF2-40B4-BE49-F238E27FC236}">
                    <a16:creationId xmlns:a16="http://schemas.microsoft.com/office/drawing/2014/main" id="{EA9CBFA9-930F-4FCD-91C2-2E0EE83494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Gerader Verbinder 455">
                <a:extLst>
                  <a:ext uri="{FF2B5EF4-FFF2-40B4-BE49-F238E27FC236}">
                    <a16:creationId xmlns:a16="http://schemas.microsoft.com/office/drawing/2014/main" id="{8A6FEB2A-918C-46A5-8DF1-1015A53A1F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Gerader Verbinder 456">
                <a:extLst>
                  <a:ext uri="{FF2B5EF4-FFF2-40B4-BE49-F238E27FC236}">
                    <a16:creationId xmlns:a16="http://schemas.microsoft.com/office/drawing/2014/main" id="{667D9E6A-1CC3-46F5-B705-ED093BA5C8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Gerader Verbinder 457">
                <a:extLst>
                  <a:ext uri="{FF2B5EF4-FFF2-40B4-BE49-F238E27FC236}">
                    <a16:creationId xmlns:a16="http://schemas.microsoft.com/office/drawing/2014/main" id="{F8FF6483-C921-4AB7-A2CF-D38DFB8AD5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Gerader Verbinder 458">
                <a:extLst>
                  <a:ext uri="{FF2B5EF4-FFF2-40B4-BE49-F238E27FC236}">
                    <a16:creationId xmlns:a16="http://schemas.microsoft.com/office/drawing/2014/main" id="{4F58089A-97D0-4315-8150-D2CC5E0FE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Gerader Verbinder 459">
                <a:extLst>
                  <a:ext uri="{FF2B5EF4-FFF2-40B4-BE49-F238E27FC236}">
                    <a16:creationId xmlns:a16="http://schemas.microsoft.com/office/drawing/2014/main" id="{49467BB8-F863-4064-8B9B-367613BE0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Gerader Verbinder 460">
                <a:extLst>
                  <a:ext uri="{FF2B5EF4-FFF2-40B4-BE49-F238E27FC236}">
                    <a16:creationId xmlns:a16="http://schemas.microsoft.com/office/drawing/2014/main" id="{32591CBC-A7B1-4C45-AEDD-2225CF5F07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Gerader Verbinder 461">
                <a:extLst>
                  <a:ext uri="{FF2B5EF4-FFF2-40B4-BE49-F238E27FC236}">
                    <a16:creationId xmlns:a16="http://schemas.microsoft.com/office/drawing/2014/main" id="{DDCDE80C-8075-4451-837B-CA4DC41CB1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Gerader Verbinder 462">
                <a:extLst>
                  <a:ext uri="{FF2B5EF4-FFF2-40B4-BE49-F238E27FC236}">
                    <a16:creationId xmlns:a16="http://schemas.microsoft.com/office/drawing/2014/main" id="{F7BF4D60-36C1-4016-9570-35F12F6F01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Gerader Verbinder 463">
                <a:extLst>
                  <a:ext uri="{FF2B5EF4-FFF2-40B4-BE49-F238E27FC236}">
                    <a16:creationId xmlns:a16="http://schemas.microsoft.com/office/drawing/2014/main" id="{FB749935-24C7-44CE-9171-05DB4C94BF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Gerader Verbinder 464">
                <a:extLst>
                  <a:ext uri="{FF2B5EF4-FFF2-40B4-BE49-F238E27FC236}">
                    <a16:creationId xmlns:a16="http://schemas.microsoft.com/office/drawing/2014/main" id="{88DAE6F7-18E6-42DD-94D2-44714699A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Gerader Verbinder 465">
                <a:extLst>
                  <a:ext uri="{FF2B5EF4-FFF2-40B4-BE49-F238E27FC236}">
                    <a16:creationId xmlns:a16="http://schemas.microsoft.com/office/drawing/2014/main" id="{EC428A8A-F9CF-41F6-90C2-9DD815D185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Gerader Verbinder 466">
                <a:extLst>
                  <a:ext uri="{FF2B5EF4-FFF2-40B4-BE49-F238E27FC236}">
                    <a16:creationId xmlns:a16="http://schemas.microsoft.com/office/drawing/2014/main" id="{B162E4B3-435D-459B-9796-8B023FD955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Gerader Verbinder 467">
                <a:extLst>
                  <a:ext uri="{FF2B5EF4-FFF2-40B4-BE49-F238E27FC236}">
                    <a16:creationId xmlns:a16="http://schemas.microsoft.com/office/drawing/2014/main" id="{DD8A7573-F916-4847-8D53-68F2BE271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Gerader Verbinder 468">
                <a:extLst>
                  <a:ext uri="{FF2B5EF4-FFF2-40B4-BE49-F238E27FC236}">
                    <a16:creationId xmlns:a16="http://schemas.microsoft.com/office/drawing/2014/main" id="{326C61E3-2AF5-4F04-8160-6FEBAD9975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Gerader Verbinder 469">
                <a:extLst>
                  <a:ext uri="{FF2B5EF4-FFF2-40B4-BE49-F238E27FC236}">
                    <a16:creationId xmlns:a16="http://schemas.microsoft.com/office/drawing/2014/main" id="{241EE25F-AA6D-4ADA-8D4C-17B3A164FB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Gerader Verbinder 470">
                <a:extLst>
                  <a:ext uri="{FF2B5EF4-FFF2-40B4-BE49-F238E27FC236}">
                    <a16:creationId xmlns:a16="http://schemas.microsoft.com/office/drawing/2014/main" id="{CB83157A-A7BA-41D9-98D1-4F556566F7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Gerader Verbinder 471">
                <a:extLst>
                  <a:ext uri="{FF2B5EF4-FFF2-40B4-BE49-F238E27FC236}">
                    <a16:creationId xmlns:a16="http://schemas.microsoft.com/office/drawing/2014/main" id="{71183C8E-5EE0-4547-B1CD-B095B31631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Gerader Verbinder 472">
                <a:extLst>
                  <a:ext uri="{FF2B5EF4-FFF2-40B4-BE49-F238E27FC236}">
                    <a16:creationId xmlns:a16="http://schemas.microsoft.com/office/drawing/2014/main" id="{1BAC50C3-266A-447D-A290-7D1840510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Gerader Verbinder 473">
                <a:extLst>
                  <a:ext uri="{FF2B5EF4-FFF2-40B4-BE49-F238E27FC236}">
                    <a16:creationId xmlns:a16="http://schemas.microsoft.com/office/drawing/2014/main" id="{F34A3BD6-78A7-4AA8-8931-AD4C69055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Gerader Verbinder 474">
                <a:extLst>
                  <a:ext uri="{FF2B5EF4-FFF2-40B4-BE49-F238E27FC236}">
                    <a16:creationId xmlns:a16="http://schemas.microsoft.com/office/drawing/2014/main" id="{BE7757AB-42CE-45E2-9A2D-B554542327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Gerader Verbinder 475">
                <a:extLst>
                  <a:ext uri="{FF2B5EF4-FFF2-40B4-BE49-F238E27FC236}">
                    <a16:creationId xmlns:a16="http://schemas.microsoft.com/office/drawing/2014/main" id="{6904B1DB-620E-424A-A3CB-5D770346A7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Gerader Verbinder 476">
                <a:extLst>
                  <a:ext uri="{FF2B5EF4-FFF2-40B4-BE49-F238E27FC236}">
                    <a16:creationId xmlns:a16="http://schemas.microsoft.com/office/drawing/2014/main" id="{C640F6C9-7709-414E-9CA4-82D16B4563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Gerader Verbinder 477">
                <a:extLst>
                  <a:ext uri="{FF2B5EF4-FFF2-40B4-BE49-F238E27FC236}">
                    <a16:creationId xmlns:a16="http://schemas.microsoft.com/office/drawing/2014/main" id="{8A97C377-DF41-4D73-A618-1F4060DDC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Gerader Verbinder 478">
                <a:extLst>
                  <a:ext uri="{FF2B5EF4-FFF2-40B4-BE49-F238E27FC236}">
                    <a16:creationId xmlns:a16="http://schemas.microsoft.com/office/drawing/2014/main" id="{C6A3CDE7-1332-43BA-802B-DB40F7D81B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Gerader Verbinder 479">
                <a:extLst>
                  <a:ext uri="{FF2B5EF4-FFF2-40B4-BE49-F238E27FC236}">
                    <a16:creationId xmlns:a16="http://schemas.microsoft.com/office/drawing/2014/main" id="{0EE28FC8-2900-43D8-9AFE-C85B099847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Gerader Verbinder 480">
                <a:extLst>
                  <a:ext uri="{FF2B5EF4-FFF2-40B4-BE49-F238E27FC236}">
                    <a16:creationId xmlns:a16="http://schemas.microsoft.com/office/drawing/2014/main" id="{E823CF43-D692-4ED2-B31E-6949AC56EB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Gerader Verbinder 481">
                <a:extLst>
                  <a:ext uri="{FF2B5EF4-FFF2-40B4-BE49-F238E27FC236}">
                    <a16:creationId xmlns:a16="http://schemas.microsoft.com/office/drawing/2014/main" id="{DEF4D46D-4E74-4174-BF8F-AC504FF469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Gerader Verbinder 482">
                <a:extLst>
                  <a:ext uri="{FF2B5EF4-FFF2-40B4-BE49-F238E27FC236}">
                    <a16:creationId xmlns:a16="http://schemas.microsoft.com/office/drawing/2014/main" id="{E054A6DE-988C-4273-A65B-C10FA14D8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Gerader Verbinder 483">
                <a:extLst>
                  <a:ext uri="{FF2B5EF4-FFF2-40B4-BE49-F238E27FC236}">
                    <a16:creationId xmlns:a16="http://schemas.microsoft.com/office/drawing/2014/main" id="{84CE4179-54F5-42AF-90F2-7CF84EE41D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Gerader Verbinder 484">
                <a:extLst>
                  <a:ext uri="{FF2B5EF4-FFF2-40B4-BE49-F238E27FC236}">
                    <a16:creationId xmlns:a16="http://schemas.microsoft.com/office/drawing/2014/main" id="{37D29A2B-9D7F-4117-A32D-D40AFD368C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Gerader Verbinder 485">
                <a:extLst>
                  <a:ext uri="{FF2B5EF4-FFF2-40B4-BE49-F238E27FC236}">
                    <a16:creationId xmlns:a16="http://schemas.microsoft.com/office/drawing/2014/main" id="{100B8DAF-4152-46EC-80FA-52DA0FF93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Gerader Verbinder 486">
                <a:extLst>
                  <a:ext uri="{FF2B5EF4-FFF2-40B4-BE49-F238E27FC236}">
                    <a16:creationId xmlns:a16="http://schemas.microsoft.com/office/drawing/2014/main" id="{FB7EDAFD-E05C-4A5F-AB1B-6105342882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Gerader Verbinder 487">
                <a:extLst>
                  <a:ext uri="{FF2B5EF4-FFF2-40B4-BE49-F238E27FC236}">
                    <a16:creationId xmlns:a16="http://schemas.microsoft.com/office/drawing/2014/main" id="{A58FD35E-A85B-435C-B84A-2348D46998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Gerader Verbinder 488">
                <a:extLst>
                  <a:ext uri="{FF2B5EF4-FFF2-40B4-BE49-F238E27FC236}">
                    <a16:creationId xmlns:a16="http://schemas.microsoft.com/office/drawing/2014/main" id="{C7D85893-AECE-4888-9836-C2B2A1029B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Gerader Verbinder 489">
                <a:extLst>
                  <a:ext uri="{FF2B5EF4-FFF2-40B4-BE49-F238E27FC236}">
                    <a16:creationId xmlns:a16="http://schemas.microsoft.com/office/drawing/2014/main" id="{5C085B15-CE18-4543-8543-CF9020486A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Gerader Verbinder 490">
                <a:extLst>
                  <a:ext uri="{FF2B5EF4-FFF2-40B4-BE49-F238E27FC236}">
                    <a16:creationId xmlns:a16="http://schemas.microsoft.com/office/drawing/2014/main" id="{026D85B3-9634-4D31-A2BA-3261D4D40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Gerader Verbinder 491">
                <a:extLst>
                  <a:ext uri="{FF2B5EF4-FFF2-40B4-BE49-F238E27FC236}">
                    <a16:creationId xmlns:a16="http://schemas.microsoft.com/office/drawing/2014/main" id="{C6600A5D-8796-414E-95E1-3A3A3563B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Gerader Verbinder 492">
                <a:extLst>
                  <a:ext uri="{FF2B5EF4-FFF2-40B4-BE49-F238E27FC236}">
                    <a16:creationId xmlns:a16="http://schemas.microsoft.com/office/drawing/2014/main" id="{92720C9E-F82B-4BD0-BC80-29706D6855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Gerader Verbinder 493">
                <a:extLst>
                  <a:ext uri="{FF2B5EF4-FFF2-40B4-BE49-F238E27FC236}">
                    <a16:creationId xmlns:a16="http://schemas.microsoft.com/office/drawing/2014/main" id="{E25E1F5C-BB0A-40C2-BFF5-9D02DC618B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5" name="Gruppieren 494">
              <a:extLst>
                <a:ext uri="{FF2B5EF4-FFF2-40B4-BE49-F238E27FC236}">
                  <a16:creationId xmlns:a16="http://schemas.microsoft.com/office/drawing/2014/main" id="{8C05726C-C32A-4E72-8656-FEDC23F08EE1}"/>
                </a:ext>
              </a:extLst>
            </p:cNvPr>
            <p:cNvGrpSpPr/>
            <p:nvPr/>
          </p:nvGrpSpPr>
          <p:grpSpPr>
            <a:xfrm>
              <a:off x="-8808228" y="3429000"/>
              <a:ext cx="3730229" cy="3921995"/>
              <a:chOff x="-456087" y="-2624137"/>
              <a:chExt cx="12960000" cy="12953349"/>
            </a:xfrm>
          </p:grpSpPr>
          <p:cxnSp>
            <p:nvCxnSpPr>
              <p:cNvPr id="496" name="Gerader Verbinder 495">
                <a:extLst>
                  <a:ext uri="{FF2B5EF4-FFF2-40B4-BE49-F238E27FC236}">
                    <a16:creationId xmlns:a16="http://schemas.microsoft.com/office/drawing/2014/main" id="{B9E9F944-AA62-4131-92DC-E58EE8BA8C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Gerader Verbinder 496">
                <a:extLst>
                  <a:ext uri="{FF2B5EF4-FFF2-40B4-BE49-F238E27FC236}">
                    <a16:creationId xmlns:a16="http://schemas.microsoft.com/office/drawing/2014/main" id="{8D62A879-8180-4AB7-B449-521C092C74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Gerader Verbinder 497">
                <a:extLst>
                  <a:ext uri="{FF2B5EF4-FFF2-40B4-BE49-F238E27FC236}">
                    <a16:creationId xmlns:a16="http://schemas.microsoft.com/office/drawing/2014/main" id="{A68C5BFE-7F0D-42D8-B56E-0849958773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Gerader Verbinder 498">
                <a:extLst>
                  <a:ext uri="{FF2B5EF4-FFF2-40B4-BE49-F238E27FC236}">
                    <a16:creationId xmlns:a16="http://schemas.microsoft.com/office/drawing/2014/main" id="{3DD77957-BD5C-48AA-AE8A-E9FB27788E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Gerader Verbinder 499">
                <a:extLst>
                  <a:ext uri="{FF2B5EF4-FFF2-40B4-BE49-F238E27FC236}">
                    <a16:creationId xmlns:a16="http://schemas.microsoft.com/office/drawing/2014/main" id="{D7CF2975-2BCC-4FC6-942F-8E234343E5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Gerader Verbinder 500">
                <a:extLst>
                  <a:ext uri="{FF2B5EF4-FFF2-40B4-BE49-F238E27FC236}">
                    <a16:creationId xmlns:a16="http://schemas.microsoft.com/office/drawing/2014/main" id="{D55C7065-1D63-4C40-8535-CFFB02062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Gerader Verbinder 501">
                <a:extLst>
                  <a:ext uri="{FF2B5EF4-FFF2-40B4-BE49-F238E27FC236}">
                    <a16:creationId xmlns:a16="http://schemas.microsoft.com/office/drawing/2014/main" id="{64091793-885E-4BEA-AD02-E6BAEBFE9E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Gerader Verbinder 502">
                <a:extLst>
                  <a:ext uri="{FF2B5EF4-FFF2-40B4-BE49-F238E27FC236}">
                    <a16:creationId xmlns:a16="http://schemas.microsoft.com/office/drawing/2014/main" id="{04D38060-2383-4B57-B879-9A565DD997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Gerader Verbinder 503">
                <a:extLst>
                  <a:ext uri="{FF2B5EF4-FFF2-40B4-BE49-F238E27FC236}">
                    <a16:creationId xmlns:a16="http://schemas.microsoft.com/office/drawing/2014/main" id="{16CE5B89-DC93-4074-8D92-E97C2A74E1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Gerader Verbinder 504">
                <a:extLst>
                  <a:ext uri="{FF2B5EF4-FFF2-40B4-BE49-F238E27FC236}">
                    <a16:creationId xmlns:a16="http://schemas.microsoft.com/office/drawing/2014/main" id="{7073AAC3-9AB6-450F-92FD-E7BAAAAC0E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Gerader Verbinder 505">
                <a:extLst>
                  <a:ext uri="{FF2B5EF4-FFF2-40B4-BE49-F238E27FC236}">
                    <a16:creationId xmlns:a16="http://schemas.microsoft.com/office/drawing/2014/main" id="{FC930F82-26A5-4FFF-8F71-199235823C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Gerader Verbinder 506">
                <a:extLst>
                  <a:ext uri="{FF2B5EF4-FFF2-40B4-BE49-F238E27FC236}">
                    <a16:creationId xmlns:a16="http://schemas.microsoft.com/office/drawing/2014/main" id="{418F9EC1-77D1-4A51-AF19-CB0DDF3203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Gerader Verbinder 507">
                <a:extLst>
                  <a:ext uri="{FF2B5EF4-FFF2-40B4-BE49-F238E27FC236}">
                    <a16:creationId xmlns:a16="http://schemas.microsoft.com/office/drawing/2014/main" id="{F39BFDB3-FA48-4C58-AD9C-47D2B55C9D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Gerader Verbinder 508">
                <a:extLst>
                  <a:ext uri="{FF2B5EF4-FFF2-40B4-BE49-F238E27FC236}">
                    <a16:creationId xmlns:a16="http://schemas.microsoft.com/office/drawing/2014/main" id="{AFE953F6-483D-4163-B50B-56FFC38B9F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Gerader Verbinder 509">
                <a:extLst>
                  <a:ext uri="{FF2B5EF4-FFF2-40B4-BE49-F238E27FC236}">
                    <a16:creationId xmlns:a16="http://schemas.microsoft.com/office/drawing/2014/main" id="{D18F18BA-7595-409E-85DF-D1E0A6B3E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Gerader Verbinder 510">
                <a:extLst>
                  <a:ext uri="{FF2B5EF4-FFF2-40B4-BE49-F238E27FC236}">
                    <a16:creationId xmlns:a16="http://schemas.microsoft.com/office/drawing/2014/main" id="{B6895A21-07CD-4091-AF4A-5D50F44880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Gerader Verbinder 511">
                <a:extLst>
                  <a:ext uri="{FF2B5EF4-FFF2-40B4-BE49-F238E27FC236}">
                    <a16:creationId xmlns:a16="http://schemas.microsoft.com/office/drawing/2014/main" id="{BCC5C3E7-B777-4E90-ABE7-1315462D88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Gerader Verbinder 512">
                <a:extLst>
                  <a:ext uri="{FF2B5EF4-FFF2-40B4-BE49-F238E27FC236}">
                    <a16:creationId xmlns:a16="http://schemas.microsoft.com/office/drawing/2014/main" id="{BEA783E5-9E62-4F60-82A1-AE7506CC35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Gerader Verbinder 513">
                <a:extLst>
                  <a:ext uri="{FF2B5EF4-FFF2-40B4-BE49-F238E27FC236}">
                    <a16:creationId xmlns:a16="http://schemas.microsoft.com/office/drawing/2014/main" id="{4BFABF09-CA4F-49B6-BBFF-9A27F94A1B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Gerader Verbinder 514">
                <a:extLst>
                  <a:ext uri="{FF2B5EF4-FFF2-40B4-BE49-F238E27FC236}">
                    <a16:creationId xmlns:a16="http://schemas.microsoft.com/office/drawing/2014/main" id="{E837C795-21DA-457A-A09F-9A9EB3CF71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Gerader Verbinder 515">
                <a:extLst>
                  <a:ext uri="{FF2B5EF4-FFF2-40B4-BE49-F238E27FC236}">
                    <a16:creationId xmlns:a16="http://schemas.microsoft.com/office/drawing/2014/main" id="{355AA51C-59B6-455C-A0B3-BA1305F210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Gerader Verbinder 516">
                <a:extLst>
                  <a:ext uri="{FF2B5EF4-FFF2-40B4-BE49-F238E27FC236}">
                    <a16:creationId xmlns:a16="http://schemas.microsoft.com/office/drawing/2014/main" id="{F16CF07F-02CD-4E25-A2BF-B09ACAD992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Gerader Verbinder 517">
                <a:extLst>
                  <a:ext uri="{FF2B5EF4-FFF2-40B4-BE49-F238E27FC236}">
                    <a16:creationId xmlns:a16="http://schemas.microsoft.com/office/drawing/2014/main" id="{13E33F87-47CD-4F28-8B5E-30FBAA788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Gerader Verbinder 518">
                <a:extLst>
                  <a:ext uri="{FF2B5EF4-FFF2-40B4-BE49-F238E27FC236}">
                    <a16:creationId xmlns:a16="http://schemas.microsoft.com/office/drawing/2014/main" id="{BE21D2B8-408B-49B4-817A-A89490CE0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Gerader Verbinder 519">
                <a:extLst>
                  <a:ext uri="{FF2B5EF4-FFF2-40B4-BE49-F238E27FC236}">
                    <a16:creationId xmlns:a16="http://schemas.microsoft.com/office/drawing/2014/main" id="{EF86D2E6-B85C-4CC6-901F-54BBB20ADF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Gerader Verbinder 520">
                <a:extLst>
                  <a:ext uri="{FF2B5EF4-FFF2-40B4-BE49-F238E27FC236}">
                    <a16:creationId xmlns:a16="http://schemas.microsoft.com/office/drawing/2014/main" id="{8B56EDF9-FC3A-44CE-B462-18433935D6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Gerader Verbinder 521">
                <a:extLst>
                  <a:ext uri="{FF2B5EF4-FFF2-40B4-BE49-F238E27FC236}">
                    <a16:creationId xmlns:a16="http://schemas.microsoft.com/office/drawing/2014/main" id="{EC2B91BC-F99C-42DB-842A-26117C5C8A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Gerader Verbinder 522">
                <a:extLst>
                  <a:ext uri="{FF2B5EF4-FFF2-40B4-BE49-F238E27FC236}">
                    <a16:creationId xmlns:a16="http://schemas.microsoft.com/office/drawing/2014/main" id="{5C1D3199-8678-49D7-BE2A-F1C42A29BE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Gerader Verbinder 523">
                <a:extLst>
                  <a:ext uri="{FF2B5EF4-FFF2-40B4-BE49-F238E27FC236}">
                    <a16:creationId xmlns:a16="http://schemas.microsoft.com/office/drawing/2014/main" id="{8A749B69-B0F2-469F-A576-DEBE809339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Gerader Verbinder 524">
                <a:extLst>
                  <a:ext uri="{FF2B5EF4-FFF2-40B4-BE49-F238E27FC236}">
                    <a16:creationId xmlns:a16="http://schemas.microsoft.com/office/drawing/2014/main" id="{06082A5E-EE0C-4F92-A7B9-1FD15D2ABC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Gerader Verbinder 525">
                <a:extLst>
                  <a:ext uri="{FF2B5EF4-FFF2-40B4-BE49-F238E27FC236}">
                    <a16:creationId xmlns:a16="http://schemas.microsoft.com/office/drawing/2014/main" id="{512486FE-6D24-43A9-B83B-547A081EB7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Gerader Verbinder 526">
                <a:extLst>
                  <a:ext uri="{FF2B5EF4-FFF2-40B4-BE49-F238E27FC236}">
                    <a16:creationId xmlns:a16="http://schemas.microsoft.com/office/drawing/2014/main" id="{E15707FE-5E4C-4E01-9F51-A042C30043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Gerader Verbinder 527">
                <a:extLst>
                  <a:ext uri="{FF2B5EF4-FFF2-40B4-BE49-F238E27FC236}">
                    <a16:creationId xmlns:a16="http://schemas.microsoft.com/office/drawing/2014/main" id="{62626675-7AA5-4B67-822D-89C01A8642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Gerader Verbinder 528">
                <a:extLst>
                  <a:ext uri="{FF2B5EF4-FFF2-40B4-BE49-F238E27FC236}">
                    <a16:creationId xmlns:a16="http://schemas.microsoft.com/office/drawing/2014/main" id="{28DA23DA-F96A-447A-9550-7153D3F9D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Gerader Verbinder 529">
                <a:extLst>
                  <a:ext uri="{FF2B5EF4-FFF2-40B4-BE49-F238E27FC236}">
                    <a16:creationId xmlns:a16="http://schemas.microsoft.com/office/drawing/2014/main" id="{0A9D0CA8-A097-4C92-86ED-DE8706E72F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Gerader Verbinder 530">
                <a:extLst>
                  <a:ext uri="{FF2B5EF4-FFF2-40B4-BE49-F238E27FC236}">
                    <a16:creationId xmlns:a16="http://schemas.microsoft.com/office/drawing/2014/main" id="{EBA6DFFE-C54D-4F8A-8EC1-3CDB74E924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Gerader Verbinder 531">
                <a:extLst>
                  <a:ext uri="{FF2B5EF4-FFF2-40B4-BE49-F238E27FC236}">
                    <a16:creationId xmlns:a16="http://schemas.microsoft.com/office/drawing/2014/main" id="{9B9B971A-B988-41E9-8DCE-C4BABE3000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Gerader Verbinder 532">
                <a:extLst>
                  <a:ext uri="{FF2B5EF4-FFF2-40B4-BE49-F238E27FC236}">
                    <a16:creationId xmlns:a16="http://schemas.microsoft.com/office/drawing/2014/main" id="{B5E38254-FF07-44B0-BB69-73BA9B3FE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Gerader Verbinder 533">
                <a:extLst>
                  <a:ext uri="{FF2B5EF4-FFF2-40B4-BE49-F238E27FC236}">
                    <a16:creationId xmlns:a16="http://schemas.microsoft.com/office/drawing/2014/main" id="{DCC0D0BD-1ECD-4DD2-9C86-356E396161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Gerader Verbinder 534">
                <a:extLst>
                  <a:ext uri="{FF2B5EF4-FFF2-40B4-BE49-F238E27FC236}">
                    <a16:creationId xmlns:a16="http://schemas.microsoft.com/office/drawing/2014/main" id="{6964045C-8767-4C5A-B556-8282B1C38E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Gerader Verbinder 535">
                <a:extLst>
                  <a:ext uri="{FF2B5EF4-FFF2-40B4-BE49-F238E27FC236}">
                    <a16:creationId xmlns:a16="http://schemas.microsoft.com/office/drawing/2014/main" id="{356A95FB-2437-49AB-A601-E7BA9ECB8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Gerader Verbinder 536">
                <a:extLst>
                  <a:ext uri="{FF2B5EF4-FFF2-40B4-BE49-F238E27FC236}">
                    <a16:creationId xmlns:a16="http://schemas.microsoft.com/office/drawing/2014/main" id="{40BA9E3B-EBFA-4BD4-972C-DC855E4EA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Gerader Verbinder 537">
                <a:extLst>
                  <a:ext uri="{FF2B5EF4-FFF2-40B4-BE49-F238E27FC236}">
                    <a16:creationId xmlns:a16="http://schemas.microsoft.com/office/drawing/2014/main" id="{EB620CE0-1A17-411D-9F18-A2534AE43C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Gerader Verbinder 538">
                <a:extLst>
                  <a:ext uri="{FF2B5EF4-FFF2-40B4-BE49-F238E27FC236}">
                    <a16:creationId xmlns:a16="http://schemas.microsoft.com/office/drawing/2014/main" id="{FBE2B3F0-0ECE-4E6A-937B-A044CD8B46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Gerader Verbinder 539">
                <a:extLst>
                  <a:ext uri="{FF2B5EF4-FFF2-40B4-BE49-F238E27FC236}">
                    <a16:creationId xmlns:a16="http://schemas.microsoft.com/office/drawing/2014/main" id="{F5EA6CE5-E072-4748-9E49-E31CB080C8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Gerader Verbinder 540">
                <a:extLst>
                  <a:ext uri="{FF2B5EF4-FFF2-40B4-BE49-F238E27FC236}">
                    <a16:creationId xmlns:a16="http://schemas.microsoft.com/office/drawing/2014/main" id="{D2629D0C-00A3-4532-BA5D-C88B404C54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Gerader Verbinder 541">
                <a:extLst>
                  <a:ext uri="{FF2B5EF4-FFF2-40B4-BE49-F238E27FC236}">
                    <a16:creationId xmlns:a16="http://schemas.microsoft.com/office/drawing/2014/main" id="{1AE7819D-2570-4825-AF9C-9508F7DD00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Gerader Verbinder 542">
                <a:extLst>
                  <a:ext uri="{FF2B5EF4-FFF2-40B4-BE49-F238E27FC236}">
                    <a16:creationId xmlns:a16="http://schemas.microsoft.com/office/drawing/2014/main" id="{679E9611-189B-4130-B0AB-C51D72A13F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Gerader Verbinder 543">
                <a:extLst>
                  <a:ext uri="{FF2B5EF4-FFF2-40B4-BE49-F238E27FC236}">
                    <a16:creationId xmlns:a16="http://schemas.microsoft.com/office/drawing/2014/main" id="{C66D1C67-1424-4E2C-8F0B-45DCA9DEB4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Gerader Verbinder 544">
                <a:extLst>
                  <a:ext uri="{FF2B5EF4-FFF2-40B4-BE49-F238E27FC236}">
                    <a16:creationId xmlns:a16="http://schemas.microsoft.com/office/drawing/2014/main" id="{E227F964-EB7F-4EA9-BB20-99D40185E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Gerader Verbinder 545">
                <a:extLst>
                  <a:ext uri="{FF2B5EF4-FFF2-40B4-BE49-F238E27FC236}">
                    <a16:creationId xmlns:a16="http://schemas.microsoft.com/office/drawing/2014/main" id="{8FF08BBC-437C-4E1C-BC4F-20E7C53300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Gerader Verbinder 546">
                <a:extLst>
                  <a:ext uri="{FF2B5EF4-FFF2-40B4-BE49-F238E27FC236}">
                    <a16:creationId xmlns:a16="http://schemas.microsoft.com/office/drawing/2014/main" id="{2300F1A4-36B8-44A4-9AE0-D6276A992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Gerader Verbinder 547">
                <a:extLst>
                  <a:ext uri="{FF2B5EF4-FFF2-40B4-BE49-F238E27FC236}">
                    <a16:creationId xmlns:a16="http://schemas.microsoft.com/office/drawing/2014/main" id="{5E5E4AB9-81DD-4EA6-89EC-24D1772D9E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Gerader Verbinder 548">
                <a:extLst>
                  <a:ext uri="{FF2B5EF4-FFF2-40B4-BE49-F238E27FC236}">
                    <a16:creationId xmlns:a16="http://schemas.microsoft.com/office/drawing/2014/main" id="{9B0C733E-2573-48F4-824E-03C8079451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Gerader Verbinder 549">
                <a:extLst>
                  <a:ext uri="{FF2B5EF4-FFF2-40B4-BE49-F238E27FC236}">
                    <a16:creationId xmlns:a16="http://schemas.microsoft.com/office/drawing/2014/main" id="{9523746E-7479-48D8-AC6A-9680A1FDD1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Gerader Verbinder 550">
                <a:extLst>
                  <a:ext uri="{FF2B5EF4-FFF2-40B4-BE49-F238E27FC236}">
                    <a16:creationId xmlns:a16="http://schemas.microsoft.com/office/drawing/2014/main" id="{A17AB86A-DD6B-4690-ABC8-778DDFA40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Gerader Verbinder 551">
                <a:extLst>
                  <a:ext uri="{FF2B5EF4-FFF2-40B4-BE49-F238E27FC236}">
                    <a16:creationId xmlns:a16="http://schemas.microsoft.com/office/drawing/2014/main" id="{CAC6582F-4B35-4CA0-AA3D-4CC52F05FD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Gerader Verbinder 552">
                <a:extLst>
                  <a:ext uri="{FF2B5EF4-FFF2-40B4-BE49-F238E27FC236}">
                    <a16:creationId xmlns:a16="http://schemas.microsoft.com/office/drawing/2014/main" id="{519C735A-2581-4F11-96E1-40BAFAB934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Gerader Verbinder 553">
                <a:extLst>
                  <a:ext uri="{FF2B5EF4-FFF2-40B4-BE49-F238E27FC236}">
                    <a16:creationId xmlns:a16="http://schemas.microsoft.com/office/drawing/2014/main" id="{2630E0C9-F73B-465C-8ED7-3B5850294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Gerader Verbinder 554">
                <a:extLst>
                  <a:ext uri="{FF2B5EF4-FFF2-40B4-BE49-F238E27FC236}">
                    <a16:creationId xmlns:a16="http://schemas.microsoft.com/office/drawing/2014/main" id="{31B1CB4F-84BE-491F-9068-770EA4E6DD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Gerader Verbinder 555">
                <a:extLst>
                  <a:ext uri="{FF2B5EF4-FFF2-40B4-BE49-F238E27FC236}">
                    <a16:creationId xmlns:a16="http://schemas.microsoft.com/office/drawing/2014/main" id="{33A6A4B5-6725-41B6-8533-886AB04954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Gerader Verbinder 556">
                <a:extLst>
                  <a:ext uri="{FF2B5EF4-FFF2-40B4-BE49-F238E27FC236}">
                    <a16:creationId xmlns:a16="http://schemas.microsoft.com/office/drawing/2014/main" id="{43A468FD-4B0C-4D6E-9B3C-50E37E2216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Gerader Verbinder 557">
                <a:extLst>
                  <a:ext uri="{FF2B5EF4-FFF2-40B4-BE49-F238E27FC236}">
                    <a16:creationId xmlns:a16="http://schemas.microsoft.com/office/drawing/2014/main" id="{43863C7E-60DA-441E-A3F5-299CCCA833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Gerader Verbinder 558">
                <a:extLst>
                  <a:ext uri="{FF2B5EF4-FFF2-40B4-BE49-F238E27FC236}">
                    <a16:creationId xmlns:a16="http://schemas.microsoft.com/office/drawing/2014/main" id="{83E0039F-AFA7-49C2-B10B-4505A43DCC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Gerader Verbinder 559">
                <a:extLst>
                  <a:ext uri="{FF2B5EF4-FFF2-40B4-BE49-F238E27FC236}">
                    <a16:creationId xmlns:a16="http://schemas.microsoft.com/office/drawing/2014/main" id="{F842CADA-B984-4832-BC8C-DA04C127B3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Gerader Verbinder 560">
                <a:extLst>
                  <a:ext uri="{FF2B5EF4-FFF2-40B4-BE49-F238E27FC236}">
                    <a16:creationId xmlns:a16="http://schemas.microsoft.com/office/drawing/2014/main" id="{D30FD804-220C-4740-A0A2-5A0391754D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Gerader Verbinder 561">
                <a:extLst>
                  <a:ext uri="{FF2B5EF4-FFF2-40B4-BE49-F238E27FC236}">
                    <a16:creationId xmlns:a16="http://schemas.microsoft.com/office/drawing/2014/main" id="{93DB28DA-01CB-4594-A245-12830D5F4A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Gerader Verbinder 562">
                <a:extLst>
                  <a:ext uri="{FF2B5EF4-FFF2-40B4-BE49-F238E27FC236}">
                    <a16:creationId xmlns:a16="http://schemas.microsoft.com/office/drawing/2014/main" id="{B7D59E6D-0BC6-4C00-BCE5-F8C6D93F44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Gerader Verbinder 563">
                <a:extLst>
                  <a:ext uri="{FF2B5EF4-FFF2-40B4-BE49-F238E27FC236}">
                    <a16:creationId xmlns:a16="http://schemas.microsoft.com/office/drawing/2014/main" id="{F0838E47-B4BC-4477-AA4C-FBAFFF55FC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Gerader Verbinder 564">
                <a:extLst>
                  <a:ext uri="{FF2B5EF4-FFF2-40B4-BE49-F238E27FC236}">
                    <a16:creationId xmlns:a16="http://schemas.microsoft.com/office/drawing/2014/main" id="{09E6B1F4-1FAE-41C5-9EC5-81D4C0EB70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Gerader Verbinder 565">
                <a:extLst>
                  <a:ext uri="{FF2B5EF4-FFF2-40B4-BE49-F238E27FC236}">
                    <a16:creationId xmlns:a16="http://schemas.microsoft.com/office/drawing/2014/main" id="{974D5064-C5C1-4126-8199-4954E9AFCD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Gerader Verbinder 566">
                <a:extLst>
                  <a:ext uri="{FF2B5EF4-FFF2-40B4-BE49-F238E27FC236}">
                    <a16:creationId xmlns:a16="http://schemas.microsoft.com/office/drawing/2014/main" id="{1A9C7D1C-C037-46FD-9B36-B73590AAAB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Gerader Verbinder 567">
                <a:extLst>
                  <a:ext uri="{FF2B5EF4-FFF2-40B4-BE49-F238E27FC236}">
                    <a16:creationId xmlns:a16="http://schemas.microsoft.com/office/drawing/2014/main" id="{0194EE45-4D1F-40C0-9826-F26B4141CA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Gerader Verbinder 568">
                <a:extLst>
                  <a:ext uri="{FF2B5EF4-FFF2-40B4-BE49-F238E27FC236}">
                    <a16:creationId xmlns:a16="http://schemas.microsoft.com/office/drawing/2014/main" id="{DDE9C1BA-4F8D-4366-A4B3-0DB057BC23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Gerader Verbinder 569">
                <a:extLst>
                  <a:ext uri="{FF2B5EF4-FFF2-40B4-BE49-F238E27FC236}">
                    <a16:creationId xmlns:a16="http://schemas.microsoft.com/office/drawing/2014/main" id="{EAA72DF2-C5C1-477C-9784-872217DD6F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Gerader Verbinder 570">
                <a:extLst>
                  <a:ext uri="{FF2B5EF4-FFF2-40B4-BE49-F238E27FC236}">
                    <a16:creationId xmlns:a16="http://schemas.microsoft.com/office/drawing/2014/main" id="{E8F53651-33DF-43D8-90EB-D51F89D3C5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Gerader Verbinder 571">
                <a:extLst>
                  <a:ext uri="{FF2B5EF4-FFF2-40B4-BE49-F238E27FC236}">
                    <a16:creationId xmlns:a16="http://schemas.microsoft.com/office/drawing/2014/main" id="{951694C0-3354-4D59-9F67-3B129F7DC9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Gerader Verbinder 572">
                <a:extLst>
                  <a:ext uri="{FF2B5EF4-FFF2-40B4-BE49-F238E27FC236}">
                    <a16:creationId xmlns:a16="http://schemas.microsoft.com/office/drawing/2014/main" id="{C9854C97-92DF-42CC-8171-2429A8C8EF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Gerader Verbinder 573">
                <a:extLst>
                  <a:ext uri="{FF2B5EF4-FFF2-40B4-BE49-F238E27FC236}">
                    <a16:creationId xmlns:a16="http://schemas.microsoft.com/office/drawing/2014/main" id="{5E1B72DF-1B34-498A-A60A-A3A35FE8E7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Gerader Verbinder 574">
                <a:extLst>
                  <a:ext uri="{FF2B5EF4-FFF2-40B4-BE49-F238E27FC236}">
                    <a16:creationId xmlns:a16="http://schemas.microsoft.com/office/drawing/2014/main" id="{21AACB5B-52ED-4F4B-A303-41B307C6F5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Gerader Verbinder 575">
                <a:extLst>
                  <a:ext uri="{FF2B5EF4-FFF2-40B4-BE49-F238E27FC236}">
                    <a16:creationId xmlns:a16="http://schemas.microsoft.com/office/drawing/2014/main" id="{EBCC8106-5271-4B39-B1F6-9C278EA885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7" name="Gruppieren 576">
              <a:extLst>
                <a:ext uri="{FF2B5EF4-FFF2-40B4-BE49-F238E27FC236}">
                  <a16:creationId xmlns:a16="http://schemas.microsoft.com/office/drawing/2014/main" id="{1F9CB36D-2301-4D12-912D-39D9BA099B26}"/>
                </a:ext>
              </a:extLst>
            </p:cNvPr>
            <p:cNvGrpSpPr/>
            <p:nvPr/>
          </p:nvGrpSpPr>
          <p:grpSpPr>
            <a:xfrm>
              <a:off x="-5078001" y="3429000"/>
              <a:ext cx="3730229" cy="3921995"/>
              <a:chOff x="-456087" y="-2624137"/>
              <a:chExt cx="12960000" cy="12953349"/>
            </a:xfrm>
          </p:grpSpPr>
          <p:cxnSp>
            <p:nvCxnSpPr>
              <p:cNvPr id="578" name="Gerader Verbinder 577">
                <a:extLst>
                  <a:ext uri="{FF2B5EF4-FFF2-40B4-BE49-F238E27FC236}">
                    <a16:creationId xmlns:a16="http://schemas.microsoft.com/office/drawing/2014/main" id="{2E056FCE-BA70-49E8-847F-BF51C77C5E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Gerader Verbinder 578">
                <a:extLst>
                  <a:ext uri="{FF2B5EF4-FFF2-40B4-BE49-F238E27FC236}">
                    <a16:creationId xmlns:a16="http://schemas.microsoft.com/office/drawing/2014/main" id="{4130C44F-F415-4960-8731-F5122F394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Gerader Verbinder 579">
                <a:extLst>
                  <a:ext uri="{FF2B5EF4-FFF2-40B4-BE49-F238E27FC236}">
                    <a16:creationId xmlns:a16="http://schemas.microsoft.com/office/drawing/2014/main" id="{E63C6D19-8E4E-4B0E-AD7E-612A1E138F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Gerader Verbinder 580">
                <a:extLst>
                  <a:ext uri="{FF2B5EF4-FFF2-40B4-BE49-F238E27FC236}">
                    <a16:creationId xmlns:a16="http://schemas.microsoft.com/office/drawing/2014/main" id="{8416AFDE-6F52-460B-B5A1-41CCAD9386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Gerader Verbinder 581">
                <a:extLst>
                  <a:ext uri="{FF2B5EF4-FFF2-40B4-BE49-F238E27FC236}">
                    <a16:creationId xmlns:a16="http://schemas.microsoft.com/office/drawing/2014/main" id="{75D1BCA6-D23F-4B74-99B0-F66400208C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Gerader Verbinder 582">
                <a:extLst>
                  <a:ext uri="{FF2B5EF4-FFF2-40B4-BE49-F238E27FC236}">
                    <a16:creationId xmlns:a16="http://schemas.microsoft.com/office/drawing/2014/main" id="{12B058CE-C883-470F-B325-D4E9C624B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Gerader Verbinder 583">
                <a:extLst>
                  <a:ext uri="{FF2B5EF4-FFF2-40B4-BE49-F238E27FC236}">
                    <a16:creationId xmlns:a16="http://schemas.microsoft.com/office/drawing/2014/main" id="{A88C2F07-8174-4A2B-8E11-5585299FAA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Gerader Verbinder 584">
                <a:extLst>
                  <a:ext uri="{FF2B5EF4-FFF2-40B4-BE49-F238E27FC236}">
                    <a16:creationId xmlns:a16="http://schemas.microsoft.com/office/drawing/2014/main" id="{E46618D4-DF13-44D1-90C8-7B82D44DC8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Gerader Verbinder 585">
                <a:extLst>
                  <a:ext uri="{FF2B5EF4-FFF2-40B4-BE49-F238E27FC236}">
                    <a16:creationId xmlns:a16="http://schemas.microsoft.com/office/drawing/2014/main" id="{5EB8B91E-06B4-4AEE-95C3-AB29084DD9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Gerader Verbinder 586">
                <a:extLst>
                  <a:ext uri="{FF2B5EF4-FFF2-40B4-BE49-F238E27FC236}">
                    <a16:creationId xmlns:a16="http://schemas.microsoft.com/office/drawing/2014/main" id="{058B51F8-D7E9-41BC-90A9-A765493A5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Gerader Verbinder 587">
                <a:extLst>
                  <a:ext uri="{FF2B5EF4-FFF2-40B4-BE49-F238E27FC236}">
                    <a16:creationId xmlns:a16="http://schemas.microsoft.com/office/drawing/2014/main" id="{1EE66C0A-1C67-48B6-8FF0-1A1F4C77CE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Gerader Verbinder 588">
                <a:extLst>
                  <a:ext uri="{FF2B5EF4-FFF2-40B4-BE49-F238E27FC236}">
                    <a16:creationId xmlns:a16="http://schemas.microsoft.com/office/drawing/2014/main" id="{62984A45-1EDF-4DEA-A79B-DEB0EF63DE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Gerader Verbinder 589">
                <a:extLst>
                  <a:ext uri="{FF2B5EF4-FFF2-40B4-BE49-F238E27FC236}">
                    <a16:creationId xmlns:a16="http://schemas.microsoft.com/office/drawing/2014/main" id="{4824DA86-112B-4BB4-8731-9EAA45307E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Gerader Verbinder 590">
                <a:extLst>
                  <a:ext uri="{FF2B5EF4-FFF2-40B4-BE49-F238E27FC236}">
                    <a16:creationId xmlns:a16="http://schemas.microsoft.com/office/drawing/2014/main" id="{2F57010B-FDCF-4B53-8647-32BF61029D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Gerader Verbinder 591">
                <a:extLst>
                  <a:ext uri="{FF2B5EF4-FFF2-40B4-BE49-F238E27FC236}">
                    <a16:creationId xmlns:a16="http://schemas.microsoft.com/office/drawing/2014/main" id="{CCA1AD24-ACBD-4CA1-AF8D-2AFCED9CA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3" name="Gerader Verbinder 592">
                <a:extLst>
                  <a:ext uri="{FF2B5EF4-FFF2-40B4-BE49-F238E27FC236}">
                    <a16:creationId xmlns:a16="http://schemas.microsoft.com/office/drawing/2014/main" id="{11D96FC6-5B35-4247-99B5-21213295E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" name="Gerader Verbinder 593">
                <a:extLst>
                  <a:ext uri="{FF2B5EF4-FFF2-40B4-BE49-F238E27FC236}">
                    <a16:creationId xmlns:a16="http://schemas.microsoft.com/office/drawing/2014/main" id="{39521E78-0A0A-4358-AA0A-0167431E6E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Gerader Verbinder 594">
                <a:extLst>
                  <a:ext uri="{FF2B5EF4-FFF2-40B4-BE49-F238E27FC236}">
                    <a16:creationId xmlns:a16="http://schemas.microsoft.com/office/drawing/2014/main" id="{CB8C3463-EEA7-441F-A3DF-50711FDE84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" name="Gerader Verbinder 595">
                <a:extLst>
                  <a:ext uri="{FF2B5EF4-FFF2-40B4-BE49-F238E27FC236}">
                    <a16:creationId xmlns:a16="http://schemas.microsoft.com/office/drawing/2014/main" id="{7F2AA99B-A8B1-4709-A26D-97FA776798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256957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" name="Gerader Verbinder 596">
                <a:extLst>
                  <a:ext uri="{FF2B5EF4-FFF2-40B4-BE49-F238E27FC236}">
                    <a16:creationId xmlns:a16="http://schemas.microsoft.com/office/drawing/2014/main" id="{9A064676-AD7A-4F18-B4EE-1311473E9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Gerader Verbinder 597">
                <a:extLst>
                  <a:ext uri="{FF2B5EF4-FFF2-40B4-BE49-F238E27FC236}">
                    <a16:creationId xmlns:a16="http://schemas.microsoft.com/office/drawing/2014/main" id="{B312EA62-843F-446E-91BC-268006B655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Gerader Verbinder 598">
                <a:extLst>
                  <a:ext uri="{FF2B5EF4-FFF2-40B4-BE49-F238E27FC236}">
                    <a16:creationId xmlns:a16="http://schemas.microsoft.com/office/drawing/2014/main" id="{272D2154-BF4F-461A-A401-03E4997ACB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169438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Gerader Verbinder 599">
                <a:extLst>
                  <a:ext uri="{FF2B5EF4-FFF2-40B4-BE49-F238E27FC236}">
                    <a16:creationId xmlns:a16="http://schemas.microsoft.com/office/drawing/2014/main" id="{9DAA4C19-37C4-460D-AA8F-A76AC8671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10688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" name="Gerader Verbinder 600">
                <a:extLst>
                  <a:ext uri="{FF2B5EF4-FFF2-40B4-BE49-F238E27FC236}">
                    <a16:creationId xmlns:a16="http://schemas.microsoft.com/office/drawing/2014/main" id="{7A14F793-9B90-4377-B394-60217DE71D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310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Gerader Verbinder 601">
                <a:extLst>
                  <a:ext uri="{FF2B5EF4-FFF2-40B4-BE49-F238E27FC236}">
                    <a16:creationId xmlns:a16="http://schemas.microsoft.com/office/drawing/2014/main" id="{E6069B45-86E8-4A2C-AE3F-EBFAD51A0F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4547014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" name="Gerader Verbinder 602">
                <a:extLst>
                  <a:ext uri="{FF2B5EF4-FFF2-40B4-BE49-F238E27FC236}">
                    <a16:creationId xmlns:a16="http://schemas.microsoft.com/office/drawing/2014/main" id="{6143DC6C-8392-41DA-B7F0-B9F018A836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" name="Gerader Verbinder 603">
                <a:extLst>
                  <a:ext uri="{FF2B5EF4-FFF2-40B4-BE49-F238E27FC236}">
                    <a16:creationId xmlns:a16="http://schemas.microsoft.com/office/drawing/2014/main" id="{0FD5B8EE-F320-4BA4-BE95-79B915CDFD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169068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" name="Gerader Verbinder 604">
                <a:extLst>
                  <a:ext uri="{FF2B5EF4-FFF2-40B4-BE49-F238E27FC236}">
                    <a16:creationId xmlns:a16="http://schemas.microsoft.com/office/drawing/2014/main" id="{5DBD3403-964A-4463-AFCF-21AB9DA4A3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" name="Gerader Verbinder 605">
                <a:extLst>
                  <a:ext uri="{FF2B5EF4-FFF2-40B4-BE49-F238E27FC236}">
                    <a16:creationId xmlns:a16="http://schemas.microsoft.com/office/drawing/2014/main" id="{897B7E08-B11F-4D0F-8216-88A8A9CD1E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7" name="Gerader Verbinder 606">
                <a:extLst>
                  <a:ext uri="{FF2B5EF4-FFF2-40B4-BE49-F238E27FC236}">
                    <a16:creationId xmlns:a16="http://schemas.microsoft.com/office/drawing/2014/main" id="{59FB1A6E-59CE-4FD7-8CFD-1C5E0D658E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Gerader Verbinder 607">
                <a:extLst>
                  <a:ext uri="{FF2B5EF4-FFF2-40B4-BE49-F238E27FC236}">
                    <a16:creationId xmlns:a16="http://schemas.microsoft.com/office/drawing/2014/main" id="{6F52BE1C-C1DD-4706-9517-C04E91953E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Gerader Verbinder 608">
                <a:extLst>
                  <a:ext uri="{FF2B5EF4-FFF2-40B4-BE49-F238E27FC236}">
                    <a16:creationId xmlns:a16="http://schemas.microsoft.com/office/drawing/2014/main" id="{A7168CA5-5AEC-46D7-9043-792636C5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Gerader Verbinder 609">
                <a:extLst>
                  <a:ext uri="{FF2B5EF4-FFF2-40B4-BE49-F238E27FC236}">
                    <a16:creationId xmlns:a16="http://schemas.microsoft.com/office/drawing/2014/main" id="{E8350365-2152-4831-9176-4934B1DA9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Gerader Verbinder 610">
                <a:extLst>
                  <a:ext uri="{FF2B5EF4-FFF2-40B4-BE49-F238E27FC236}">
                    <a16:creationId xmlns:a16="http://schemas.microsoft.com/office/drawing/2014/main" id="{4CB44FCF-18FD-45E7-AC41-C7CFED14F4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Gerader Verbinder 611">
                <a:extLst>
                  <a:ext uri="{FF2B5EF4-FFF2-40B4-BE49-F238E27FC236}">
                    <a16:creationId xmlns:a16="http://schemas.microsoft.com/office/drawing/2014/main" id="{92654C92-252B-43A2-8C24-735C5B78B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Gerader Verbinder 612">
                <a:extLst>
                  <a:ext uri="{FF2B5EF4-FFF2-40B4-BE49-F238E27FC236}">
                    <a16:creationId xmlns:a16="http://schemas.microsoft.com/office/drawing/2014/main" id="{EBF22CC3-454E-4498-BB26-9E7C4600B6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Gerader Verbinder 613">
                <a:extLst>
                  <a:ext uri="{FF2B5EF4-FFF2-40B4-BE49-F238E27FC236}">
                    <a16:creationId xmlns:a16="http://schemas.microsoft.com/office/drawing/2014/main" id="{8203A227-57EE-4790-A7C5-E78F39EF0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Gerader Verbinder 614">
                <a:extLst>
                  <a:ext uri="{FF2B5EF4-FFF2-40B4-BE49-F238E27FC236}">
                    <a16:creationId xmlns:a16="http://schemas.microsoft.com/office/drawing/2014/main" id="{C3AA81E2-1A7E-4B28-98BF-098E4200F0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Gerader Verbinder 615">
                <a:extLst>
                  <a:ext uri="{FF2B5EF4-FFF2-40B4-BE49-F238E27FC236}">
                    <a16:creationId xmlns:a16="http://schemas.microsoft.com/office/drawing/2014/main" id="{52C06BFE-A14A-4D45-9324-F5A096448C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Gerader Verbinder 616">
                <a:extLst>
                  <a:ext uri="{FF2B5EF4-FFF2-40B4-BE49-F238E27FC236}">
                    <a16:creationId xmlns:a16="http://schemas.microsoft.com/office/drawing/2014/main" id="{C0488C95-94A4-49FE-8901-8450A09AF8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" name="Gerader Verbinder 617">
                <a:extLst>
                  <a:ext uri="{FF2B5EF4-FFF2-40B4-BE49-F238E27FC236}">
                    <a16:creationId xmlns:a16="http://schemas.microsoft.com/office/drawing/2014/main" id="{3A48A00E-D5C0-4758-97AB-FF4BACD33D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Gerader Verbinder 618">
                <a:extLst>
                  <a:ext uri="{FF2B5EF4-FFF2-40B4-BE49-F238E27FC236}">
                    <a16:creationId xmlns:a16="http://schemas.microsoft.com/office/drawing/2014/main" id="{8C751D45-1500-4C04-AC5E-F661DF2B8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Gerader Verbinder 619">
                <a:extLst>
                  <a:ext uri="{FF2B5EF4-FFF2-40B4-BE49-F238E27FC236}">
                    <a16:creationId xmlns:a16="http://schemas.microsoft.com/office/drawing/2014/main" id="{5B794D3A-A4C0-4762-9A80-F6F1F0CB20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Gerader Verbinder 620">
                <a:extLst>
                  <a:ext uri="{FF2B5EF4-FFF2-40B4-BE49-F238E27FC236}">
                    <a16:creationId xmlns:a16="http://schemas.microsoft.com/office/drawing/2014/main" id="{BA38653F-D6D5-4793-80D6-94CA3E16B9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Gerader Verbinder 621">
                <a:extLst>
                  <a:ext uri="{FF2B5EF4-FFF2-40B4-BE49-F238E27FC236}">
                    <a16:creationId xmlns:a16="http://schemas.microsoft.com/office/drawing/2014/main" id="{33D76F77-7E8C-488A-A9C0-699B4E476F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Gerader Verbinder 622">
                <a:extLst>
                  <a:ext uri="{FF2B5EF4-FFF2-40B4-BE49-F238E27FC236}">
                    <a16:creationId xmlns:a16="http://schemas.microsoft.com/office/drawing/2014/main" id="{9D522CBD-C86F-4504-AD59-C750D3BECE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6884402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Gerader Verbinder 623">
                <a:extLst>
                  <a:ext uri="{FF2B5EF4-FFF2-40B4-BE49-F238E27FC236}">
                    <a16:creationId xmlns:a16="http://schemas.microsoft.com/office/drawing/2014/main" id="{410D200C-02D2-4911-814E-0B83B65260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600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" name="Gerader Verbinder 624">
                <a:extLst>
                  <a:ext uri="{FF2B5EF4-FFF2-40B4-BE49-F238E27FC236}">
                    <a16:creationId xmlns:a16="http://schemas.microsoft.com/office/drawing/2014/main" id="{FBECB83A-89E5-4541-AF70-741F034957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Gerader Verbinder 625">
                <a:extLst>
                  <a:ext uri="{FF2B5EF4-FFF2-40B4-BE49-F238E27FC236}">
                    <a16:creationId xmlns:a16="http://schemas.microsoft.com/office/drawing/2014/main" id="{93FC3F53-5CFE-4C00-99E5-94C9E74B2B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6009212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Gerader Verbinder 626">
                <a:extLst>
                  <a:ext uri="{FF2B5EF4-FFF2-40B4-BE49-F238E27FC236}">
                    <a16:creationId xmlns:a16="http://schemas.microsoft.com/office/drawing/2014/main" id="{0B7CB97D-DD14-4A0D-8ECA-7D5A286566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032551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Gerader Verbinder 627">
                <a:extLst>
                  <a:ext uri="{FF2B5EF4-FFF2-40B4-BE49-F238E27FC236}">
                    <a16:creationId xmlns:a16="http://schemas.microsoft.com/office/drawing/2014/main" id="{0D837361-B614-4CC6-861F-D4E768BD38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742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Gerader Verbinder 628">
                <a:extLst>
                  <a:ext uri="{FF2B5EF4-FFF2-40B4-BE49-F238E27FC236}">
                    <a16:creationId xmlns:a16="http://schemas.microsoft.com/office/drawing/2014/main" id="{223A4457-1749-47E8-AE23-A0E609F93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886183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0" name="Gerader Verbinder 629">
                <a:extLst>
                  <a:ext uri="{FF2B5EF4-FFF2-40B4-BE49-F238E27FC236}">
                    <a16:creationId xmlns:a16="http://schemas.microsoft.com/office/drawing/2014/main" id="{487EEAE4-007A-48B1-B925-8B4B3A8D22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1" name="Gerader Verbinder 630">
                <a:extLst>
                  <a:ext uri="{FF2B5EF4-FFF2-40B4-BE49-F238E27FC236}">
                    <a16:creationId xmlns:a16="http://schemas.microsoft.com/office/drawing/2014/main" id="{C33EE142-D735-4F6E-BB7C-1919F16844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6005513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Gerader Verbinder 631">
                <a:extLst>
                  <a:ext uri="{FF2B5EF4-FFF2-40B4-BE49-F238E27FC236}">
                    <a16:creationId xmlns:a16="http://schemas.microsoft.com/office/drawing/2014/main" id="{36AB3D2B-F356-463C-88BD-7AEEBD3A3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" name="Gerader Verbinder 632">
                <a:extLst>
                  <a:ext uri="{FF2B5EF4-FFF2-40B4-BE49-F238E27FC236}">
                    <a16:creationId xmlns:a16="http://schemas.microsoft.com/office/drawing/2014/main" id="{2E28DEDD-A5FF-4391-A006-07244AE0B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" name="Gerader Verbinder 633">
                <a:extLst>
                  <a:ext uri="{FF2B5EF4-FFF2-40B4-BE49-F238E27FC236}">
                    <a16:creationId xmlns:a16="http://schemas.microsoft.com/office/drawing/2014/main" id="{2092FC1B-F8A0-4E1D-82BA-E6F4F0DA74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Gerader Verbinder 634">
                <a:extLst>
                  <a:ext uri="{FF2B5EF4-FFF2-40B4-BE49-F238E27FC236}">
                    <a16:creationId xmlns:a16="http://schemas.microsoft.com/office/drawing/2014/main" id="{5AC8E379-DF22-40A1-B236-9800B41F8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6" name="Gerader Verbinder 635">
                <a:extLst>
                  <a:ext uri="{FF2B5EF4-FFF2-40B4-BE49-F238E27FC236}">
                    <a16:creationId xmlns:a16="http://schemas.microsoft.com/office/drawing/2014/main" id="{29A911A4-3EC9-4CE9-B277-4A25F2A16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7" name="Gerader Verbinder 636">
                <a:extLst>
                  <a:ext uri="{FF2B5EF4-FFF2-40B4-BE49-F238E27FC236}">
                    <a16:creationId xmlns:a16="http://schemas.microsoft.com/office/drawing/2014/main" id="{2BA49076-7F42-456D-8887-AD996E085C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8" name="Gerader Verbinder 637">
                <a:extLst>
                  <a:ext uri="{FF2B5EF4-FFF2-40B4-BE49-F238E27FC236}">
                    <a16:creationId xmlns:a16="http://schemas.microsoft.com/office/drawing/2014/main" id="{7644CAE2-F7F4-40AE-BA28-754171BA7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9" name="Gerader Verbinder 638">
                <a:extLst>
                  <a:ext uri="{FF2B5EF4-FFF2-40B4-BE49-F238E27FC236}">
                    <a16:creationId xmlns:a16="http://schemas.microsoft.com/office/drawing/2014/main" id="{8B3DB35E-AE1D-49F6-9F23-D991051D87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Gerader Verbinder 639">
                <a:extLst>
                  <a:ext uri="{FF2B5EF4-FFF2-40B4-BE49-F238E27FC236}">
                    <a16:creationId xmlns:a16="http://schemas.microsoft.com/office/drawing/2014/main" id="{3FA4611D-DFE2-45CC-A113-87BD675320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Gerader Verbinder 640">
                <a:extLst>
                  <a:ext uri="{FF2B5EF4-FFF2-40B4-BE49-F238E27FC236}">
                    <a16:creationId xmlns:a16="http://schemas.microsoft.com/office/drawing/2014/main" id="{9DD854A1-073D-4B3E-88AB-9DC70AAA6C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179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Gerader Verbinder 641">
                <a:extLst>
                  <a:ext uri="{FF2B5EF4-FFF2-40B4-BE49-F238E27FC236}">
                    <a16:creationId xmlns:a16="http://schemas.microsoft.com/office/drawing/2014/main" id="{DFD3F380-01E0-4813-8FBD-6C2554DE40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Gerader Verbinder 642">
                <a:extLst>
                  <a:ext uri="{FF2B5EF4-FFF2-40B4-BE49-F238E27FC236}">
                    <a16:creationId xmlns:a16="http://schemas.microsoft.com/office/drawing/2014/main" id="{211C36B7-EAB2-4ED7-9C3E-F1E70E87E3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4" name="Gerader Verbinder 643">
                <a:extLst>
                  <a:ext uri="{FF2B5EF4-FFF2-40B4-BE49-F238E27FC236}">
                    <a16:creationId xmlns:a16="http://schemas.microsoft.com/office/drawing/2014/main" id="{5D9D293A-A36B-4FF6-9EFB-68EF15388E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Gerader Verbinder 644">
                <a:extLst>
                  <a:ext uri="{FF2B5EF4-FFF2-40B4-BE49-F238E27FC236}">
                    <a16:creationId xmlns:a16="http://schemas.microsoft.com/office/drawing/2014/main" id="{649F5CC8-F430-4E3D-9D87-F5322BFC5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Gerader Verbinder 645">
                <a:extLst>
                  <a:ext uri="{FF2B5EF4-FFF2-40B4-BE49-F238E27FC236}">
                    <a16:creationId xmlns:a16="http://schemas.microsoft.com/office/drawing/2014/main" id="{2DE1B5E1-C767-4878-A0AD-C95EA61BC1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Gerader Verbinder 646">
                <a:extLst>
                  <a:ext uri="{FF2B5EF4-FFF2-40B4-BE49-F238E27FC236}">
                    <a16:creationId xmlns:a16="http://schemas.microsoft.com/office/drawing/2014/main" id="{3135C3B9-8CE6-4CF1-9045-ECB013042B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913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Gerader Verbinder 647">
                <a:extLst>
                  <a:ext uri="{FF2B5EF4-FFF2-40B4-BE49-F238E27FC236}">
                    <a16:creationId xmlns:a16="http://schemas.microsoft.com/office/drawing/2014/main" id="{CCFEE41D-59B5-4E6C-8C19-F3C734B04D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9" name="Gerader Verbinder 648">
                <a:extLst>
                  <a:ext uri="{FF2B5EF4-FFF2-40B4-BE49-F238E27FC236}">
                    <a16:creationId xmlns:a16="http://schemas.microsoft.com/office/drawing/2014/main" id="{76A055C3-35EC-4AAA-9F7F-EAE7FCA722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0" name="Gerader Verbinder 649">
                <a:extLst>
                  <a:ext uri="{FF2B5EF4-FFF2-40B4-BE49-F238E27FC236}">
                    <a16:creationId xmlns:a16="http://schemas.microsoft.com/office/drawing/2014/main" id="{965E10F5-4B09-4CE2-B184-627D5CFA10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2821" y="-1745248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1" name="Gerader Verbinder 650">
                <a:extLst>
                  <a:ext uri="{FF2B5EF4-FFF2-40B4-BE49-F238E27FC236}">
                    <a16:creationId xmlns:a16="http://schemas.microsoft.com/office/drawing/2014/main" id="{D35CE193-E780-491A-A3A3-B900D852B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2624137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2" name="Gerader Verbinder 651">
                <a:extLst>
                  <a:ext uri="{FF2B5EF4-FFF2-40B4-BE49-F238E27FC236}">
                    <a16:creationId xmlns:a16="http://schemas.microsoft.com/office/drawing/2014/main" id="{206C4E06-A0B1-47AC-9F25-08DF4D119B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Gerader Verbinder 652">
                <a:extLst>
                  <a:ext uri="{FF2B5EF4-FFF2-40B4-BE49-F238E27FC236}">
                    <a16:creationId xmlns:a16="http://schemas.microsoft.com/office/drawing/2014/main" id="{F8D0FA16-BBA0-4CEA-8CFF-5528CA515F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456087" y="-2620438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4" name="Gerader Verbinder 653">
                <a:extLst>
                  <a:ext uri="{FF2B5EF4-FFF2-40B4-BE49-F238E27FC236}">
                    <a16:creationId xmlns:a16="http://schemas.microsoft.com/office/drawing/2014/main" id="{BFAB1CBD-56BD-4863-A1A0-4452FFE7CB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1695863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5" name="Gerader Verbinder 654">
                <a:extLst>
                  <a:ext uri="{FF2B5EF4-FFF2-40B4-BE49-F238E27FC236}">
                    <a16:creationId xmlns:a16="http://schemas.microsoft.com/office/drawing/2014/main" id="{A7E83113-6751-4B71-BF0A-DCB78B55EA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-1207811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6" name="Gerader Verbinder 655">
                <a:extLst>
                  <a:ext uri="{FF2B5EF4-FFF2-40B4-BE49-F238E27FC236}">
                    <a16:creationId xmlns:a16="http://schemas.microsoft.com/office/drawing/2014/main" id="{8136FE1E-DF0A-4A58-A810-880170DB8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56087" y="232189"/>
                <a:ext cx="432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7" name="Gerader Verbinder 656">
                <a:extLst>
                  <a:ext uri="{FF2B5EF4-FFF2-40B4-BE49-F238E27FC236}">
                    <a16:creationId xmlns:a16="http://schemas.microsoft.com/office/drawing/2014/main" id="{83DB27E5-6215-46BF-97A2-5310FABB40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13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8" name="Gerader Verbinder 657">
                <a:extLst>
                  <a:ext uri="{FF2B5EF4-FFF2-40B4-BE49-F238E27FC236}">
                    <a16:creationId xmlns:a16="http://schemas.microsoft.com/office/drawing/2014/main" id="{1214E934-F727-4126-AD23-9D7F7A9B5B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1738" y="-2624137"/>
                <a:ext cx="0" cy="432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2967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852D9703-125A-4065-BFE4-B9F7F5ED78BE}"/>
              </a:ext>
            </a:extLst>
          </p:cNvPr>
          <p:cNvSpPr/>
          <p:nvPr/>
        </p:nvSpPr>
        <p:spPr>
          <a:xfrm>
            <a:off x="3343275" y="1695450"/>
            <a:ext cx="144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7D06790-393F-48AD-A138-78BEAD550C9F}"/>
              </a:ext>
            </a:extLst>
          </p:cNvPr>
          <p:cNvSpPr/>
          <p:nvPr/>
        </p:nvSpPr>
        <p:spPr>
          <a:xfrm>
            <a:off x="3343275" y="3854587"/>
            <a:ext cx="1440000" cy="144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3534054-C81D-4D26-8CF8-DFF6794384E4}"/>
              </a:ext>
            </a:extLst>
          </p:cNvPr>
          <p:cNvSpPr txBox="1"/>
          <p:nvPr/>
        </p:nvSpPr>
        <p:spPr>
          <a:xfrm>
            <a:off x="5334000" y="2230784"/>
            <a:ext cx="66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tot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573EBB3-AC5E-4591-B935-B18C44B2F569}"/>
              </a:ext>
            </a:extLst>
          </p:cNvPr>
          <p:cNvSpPr txBox="1"/>
          <p:nvPr/>
        </p:nvSpPr>
        <p:spPr>
          <a:xfrm>
            <a:off x="5286375" y="4388405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lebendig</a:t>
            </a:r>
          </a:p>
        </p:txBody>
      </p:sp>
    </p:spTree>
    <p:extLst>
      <p:ext uri="{BB962C8B-B14F-4D97-AF65-F5344CB8AC3E}">
        <p14:creationId xmlns:p14="http://schemas.microsoft.com/office/powerpoint/2010/main" val="121843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uppieren 182">
            <a:extLst>
              <a:ext uri="{FF2B5EF4-FFF2-40B4-BE49-F238E27FC236}">
                <a16:creationId xmlns:a16="http://schemas.microsoft.com/office/drawing/2014/main" id="{49B3C777-8128-4890-8BF2-AAA61EF32629}"/>
              </a:ext>
            </a:extLst>
          </p:cNvPr>
          <p:cNvGrpSpPr/>
          <p:nvPr/>
        </p:nvGrpSpPr>
        <p:grpSpPr>
          <a:xfrm>
            <a:off x="-1164584" y="3683624"/>
            <a:ext cx="3730229" cy="3921995"/>
            <a:chOff x="-456087" y="-2624137"/>
            <a:chExt cx="12960000" cy="12953349"/>
          </a:xfrm>
        </p:grpSpPr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87936DC1-0F2C-4D5B-A8C7-4B8C6FF04E2A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F3F05C91-9227-4181-A37B-B168B9B569E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68A9F5BA-8ECD-45E4-9DC9-CBB4977E43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6189CB1B-2C8F-4391-B41F-DA3CF97BD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0E380A3C-7EC1-4429-96D0-965830E2321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9EE0E6F9-80B7-445D-BC5C-B55CEAE43BA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3ADAED4D-F54E-45C0-B4F1-EE49D7131A6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57EF046-A556-411B-8853-6009EB0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C7DBC954-E31D-4C00-A17A-581A0383B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A79B7837-9623-4B4C-AC67-2C82B0CDE2F8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4FF91975-2F42-4438-A468-96919C3CA351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8F1E1C88-58A1-4EA0-89B3-231DBDB86C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086E2AF6-D70A-46D5-96B0-0114916FB0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4B176244-794E-4DBE-99F3-8DC9883CF2A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E8BD9D0-222F-4956-A2A6-087E28AD8F9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70174DA5-D831-442B-B0D6-F1E638FA41C6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1306E7CC-D959-4D60-9A3B-94F6A4061A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185E6F96-55BE-4047-A497-459485895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12B71F27-217E-4C55-9137-E36D60F4E4C6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A5DE527F-2176-4720-B613-692A14A6C3F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1F449913-D740-4895-B677-217DB1729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00E63326-9278-4F2A-8A5A-0FD887207D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97C8F422-88D0-47C0-A68D-1B2B6601146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F08218F4-DA75-421A-9C5F-A0A3E628E92E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F3458456-0400-4852-9CCC-4E36B175FF4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52FE0370-DF4B-4B29-9877-7F07B0EBD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1625B43F-1CE9-44B4-B526-8571E22DF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21698A15-2D73-4B8E-B0C7-BA7DBE638E28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333BDAD7-F8AF-42AC-BBA1-78A19E03BF6F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18812A2B-D15B-451B-BE73-03CB5FB4F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B14D971C-D695-425D-8AE0-EB73084B54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87C24C0F-E802-45BD-8DDF-442BC73F273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6A63B325-F051-43FB-B609-EF0D6E216DA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C428B65A-0BA3-4C74-BB78-CBAA058466F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5C986382-0E6F-45F3-B15B-A65F064C5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40CF2C46-56AB-43E5-9A52-1FC2CF01AB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6864DE75-B859-4EDC-BF96-964B4FCBAA48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0A6C32E6-ABC8-4073-ADEE-6D5C39CE309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5F1E7D2F-B4EA-4C08-9B63-166F738A2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32EBD0D7-B731-44A7-BC8A-E388E6D81A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C23DFBC3-A796-4E6D-8763-833BD6CAC85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DA71AECE-831E-43BF-ADAA-3EAC4E68903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934CB694-6D89-4A62-AE32-CD2EC48230F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45A1A512-EA81-44D8-B0E6-33E680AD9B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2FC0CCA7-FC50-43C7-B4C0-B76632F9DA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EB4D81F7-B117-49CD-A4BB-C1D90890F963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9304DDFE-7EC3-48A4-BEE8-5C467104D2E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305D1E54-740A-4245-B5A2-85FBE2D036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341B7CB-03AF-43CA-A1C7-6EAA48B525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D234C3F4-4BEE-4321-8A60-83E6F8F45D9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90E6D8CF-219B-46F6-A8C6-736EBFD226F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EFA5A842-764F-4949-91D7-1A77339D1AA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r Verbinder 73">
              <a:extLst>
                <a:ext uri="{FF2B5EF4-FFF2-40B4-BE49-F238E27FC236}">
                  <a16:creationId xmlns:a16="http://schemas.microsoft.com/office/drawing/2014/main" id="{A451999F-407C-4434-9EF4-F953AF8300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700E2A3E-539D-45DC-88B5-9FC8B29DD0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12E87177-ECDD-4E3C-996F-BF65E3AEE30B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AE317BFC-F525-4D00-A2DD-D6A513F8C91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2477A6BD-CAE5-4D3B-8AD9-9EB6744E78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755B8AC7-400C-4F1E-8272-C5F2A9575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A477F468-5F95-4931-B06C-3E6117739CB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>
              <a:extLst>
                <a:ext uri="{FF2B5EF4-FFF2-40B4-BE49-F238E27FC236}">
                  <a16:creationId xmlns:a16="http://schemas.microsoft.com/office/drawing/2014/main" id="{F1CB215C-001A-44F5-93F2-1895E8A6EF6F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C14F1889-CA13-4966-B1E1-776AEEA3ED4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A94A305F-19CD-4E93-8E05-D454FF8D0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A2090E25-3CAB-4B29-AB5D-C28624C1E8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0CF62704-D008-4A91-9703-DE06328DD8EF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E08A7E9B-E161-47C1-8E75-8BEA04CFE2F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3D84B065-1A1B-48C7-9E6D-26B65D0B2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4F954CBB-82E5-49EB-869E-EF21D0722A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06775277-6D83-4A9C-8EEB-964F3E62C04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4A57D2CD-DD09-4E3C-B05A-05548DA68A3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E6B3F8BB-C64B-4BDF-8475-3658CEF245E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r Verbinder 100">
              <a:extLst>
                <a:ext uri="{FF2B5EF4-FFF2-40B4-BE49-F238E27FC236}">
                  <a16:creationId xmlns:a16="http://schemas.microsoft.com/office/drawing/2014/main" id="{5D0FBE81-77BA-4AA9-AB75-36A0B0E4C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r Verbinder 101">
              <a:extLst>
                <a:ext uri="{FF2B5EF4-FFF2-40B4-BE49-F238E27FC236}">
                  <a16:creationId xmlns:a16="http://schemas.microsoft.com/office/drawing/2014/main" id="{EBB7BB44-8666-4028-93AB-9C64E3E64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45E6B80A-CA61-48EC-8EF0-49196B7E87CA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103">
              <a:extLst>
                <a:ext uri="{FF2B5EF4-FFF2-40B4-BE49-F238E27FC236}">
                  <a16:creationId xmlns:a16="http://schemas.microsoft.com/office/drawing/2014/main" id="{E768DE23-64C8-435C-B196-F52A9ACB906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A7094B66-8522-4AC0-A73B-BD1B18F657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31B47A46-F29E-46E8-A2C0-9847237FBE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D531D98E-BA09-458E-99E4-59DB35F35FC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r Verbinder 107">
              <a:extLst>
                <a:ext uri="{FF2B5EF4-FFF2-40B4-BE49-F238E27FC236}">
                  <a16:creationId xmlns:a16="http://schemas.microsoft.com/office/drawing/2014/main" id="{23FBBDD6-D209-4A93-BB4C-C9A9067A92D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405ED44F-FBEC-46E0-B03F-89DDF2C5AD4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r Verbinder 109">
              <a:extLst>
                <a:ext uri="{FF2B5EF4-FFF2-40B4-BE49-F238E27FC236}">
                  <a16:creationId xmlns:a16="http://schemas.microsoft.com/office/drawing/2014/main" id="{927DEB61-6770-485E-8F8C-ED9FDD68AD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BB18F301-2B26-4F5B-BAC1-F90F4E42C5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Gruppieren 264">
            <a:extLst>
              <a:ext uri="{FF2B5EF4-FFF2-40B4-BE49-F238E27FC236}">
                <a16:creationId xmlns:a16="http://schemas.microsoft.com/office/drawing/2014/main" id="{C64B063F-9DBD-46F9-BE53-8028BE4F64DC}"/>
              </a:ext>
            </a:extLst>
          </p:cNvPr>
          <p:cNvGrpSpPr/>
          <p:nvPr/>
        </p:nvGrpSpPr>
        <p:grpSpPr>
          <a:xfrm>
            <a:off x="2563893" y="3684185"/>
            <a:ext cx="3730229" cy="3921995"/>
            <a:chOff x="-456087" y="-2624137"/>
            <a:chExt cx="12960000" cy="12953349"/>
          </a:xfrm>
        </p:grpSpPr>
        <p:cxnSp>
          <p:nvCxnSpPr>
            <p:cNvPr id="266" name="Gerader Verbinder 265">
              <a:extLst>
                <a:ext uri="{FF2B5EF4-FFF2-40B4-BE49-F238E27FC236}">
                  <a16:creationId xmlns:a16="http://schemas.microsoft.com/office/drawing/2014/main" id="{7CB98BCF-1779-4F47-A3E8-3E5D5A6212DB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Gerader Verbinder 266">
              <a:extLst>
                <a:ext uri="{FF2B5EF4-FFF2-40B4-BE49-F238E27FC236}">
                  <a16:creationId xmlns:a16="http://schemas.microsoft.com/office/drawing/2014/main" id="{ED5D2ED2-1ECE-40D2-84A2-8883F12FD3BD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Gerader Verbinder 267">
              <a:extLst>
                <a:ext uri="{FF2B5EF4-FFF2-40B4-BE49-F238E27FC236}">
                  <a16:creationId xmlns:a16="http://schemas.microsoft.com/office/drawing/2014/main" id="{F14152BC-4FE1-465E-880C-031F02787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Gerader Verbinder 268">
              <a:extLst>
                <a:ext uri="{FF2B5EF4-FFF2-40B4-BE49-F238E27FC236}">
                  <a16:creationId xmlns:a16="http://schemas.microsoft.com/office/drawing/2014/main" id="{2AFC786B-79F2-4B55-8255-B23C808BE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Gerader Verbinder 269">
              <a:extLst>
                <a:ext uri="{FF2B5EF4-FFF2-40B4-BE49-F238E27FC236}">
                  <a16:creationId xmlns:a16="http://schemas.microsoft.com/office/drawing/2014/main" id="{660A86C7-FA47-48AF-82C8-487C44D3F5A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Gerader Verbinder 270">
              <a:extLst>
                <a:ext uri="{FF2B5EF4-FFF2-40B4-BE49-F238E27FC236}">
                  <a16:creationId xmlns:a16="http://schemas.microsoft.com/office/drawing/2014/main" id="{83637491-FBBA-4E12-9C90-29A88BE3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Gerader Verbinder 271">
              <a:extLst>
                <a:ext uri="{FF2B5EF4-FFF2-40B4-BE49-F238E27FC236}">
                  <a16:creationId xmlns:a16="http://schemas.microsoft.com/office/drawing/2014/main" id="{C1041706-4BC9-4C2D-B22D-4F35A10B7FE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Gerader Verbinder 272">
              <a:extLst>
                <a:ext uri="{FF2B5EF4-FFF2-40B4-BE49-F238E27FC236}">
                  <a16:creationId xmlns:a16="http://schemas.microsoft.com/office/drawing/2014/main" id="{F931EA4E-8458-420F-9C22-1885BFE1B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Gerader Verbinder 273">
              <a:extLst>
                <a:ext uri="{FF2B5EF4-FFF2-40B4-BE49-F238E27FC236}">
                  <a16:creationId xmlns:a16="http://schemas.microsoft.com/office/drawing/2014/main" id="{2BE42572-66CC-42B3-9D9E-B465137F9E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Gerader Verbinder 274">
              <a:extLst>
                <a:ext uri="{FF2B5EF4-FFF2-40B4-BE49-F238E27FC236}">
                  <a16:creationId xmlns:a16="http://schemas.microsoft.com/office/drawing/2014/main" id="{1316217B-C86D-4CEF-B447-B0DFFAE69FAB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Gerader Verbinder 275">
              <a:extLst>
                <a:ext uri="{FF2B5EF4-FFF2-40B4-BE49-F238E27FC236}">
                  <a16:creationId xmlns:a16="http://schemas.microsoft.com/office/drawing/2014/main" id="{4041541F-9F43-47F5-B02B-1ECA6E4B1F6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Gerader Verbinder 276">
              <a:extLst>
                <a:ext uri="{FF2B5EF4-FFF2-40B4-BE49-F238E27FC236}">
                  <a16:creationId xmlns:a16="http://schemas.microsoft.com/office/drawing/2014/main" id="{F2FC9053-85B7-442C-B07A-92F9A3737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Gerader Verbinder 277">
              <a:extLst>
                <a:ext uri="{FF2B5EF4-FFF2-40B4-BE49-F238E27FC236}">
                  <a16:creationId xmlns:a16="http://schemas.microsoft.com/office/drawing/2014/main" id="{9BD3E245-38AA-4A10-9A29-F8FC718A78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Gerader Verbinder 278">
              <a:extLst>
                <a:ext uri="{FF2B5EF4-FFF2-40B4-BE49-F238E27FC236}">
                  <a16:creationId xmlns:a16="http://schemas.microsoft.com/office/drawing/2014/main" id="{F605646D-E414-444C-A068-DDA73B50A28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Gerader Verbinder 279">
              <a:extLst>
                <a:ext uri="{FF2B5EF4-FFF2-40B4-BE49-F238E27FC236}">
                  <a16:creationId xmlns:a16="http://schemas.microsoft.com/office/drawing/2014/main" id="{B02FFBB7-6916-4610-9E22-EFDB6452EED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Gerader Verbinder 280">
              <a:extLst>
                <a:ext uri="{FF2B5EF4-FFF2-40B4-BE49-F238E27FC236}">
                  <a16:creationId xmlns:a16="http://schemas.microsoft.com/office/drawing/2014/main" id="{BB5C38F7-1CF2-4844-9DD1-BCD3B56CC29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Gerader Verbinder 281">
              <a:extLst>
                <a:ext uri="{FF2B5EF4-FFF2-40B4-BE49-F238E27FC236}">
                  <a16:creationId xmlns:a16="http://schemas.microsoft.com/office/drawing/2014/main" id="{23EA9DAE-F2B1-4F14-AEB4-7E4773530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Gerader Verbinder 282">
              <a:extLst>
                <a:ext uri="{FF2B5EF4-FFF2-40B4-BE49-F238E27FC236}">
                  <a16:creationId xmlns:a16="http://schemas.microsoft.com/office/drawing/2014/main" id="{D722B1B6-053F-4F2B-A3B3-1396202B0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Gerader Verbinder 283">
              <a:extLst>
                <a:ext uri="{FF2B5EF4-FFF2-40B4-BE49-F238E27FC236}">
                  <a16:creationId xmlns:a16="http://schemas.microsoft.com/office/drawing/2014/main" id="{EF4A1719-8706-44D5-9069-0684C66A4976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Gerader Verbinder 284">
              <a:extLst>
                <a:ext uri="{FF2B5EF4-FFF2-40B4-BE49-F238E27FC236}">
                  <a16:creationId xmlns:a16="http://schemas.microsoft.com/office/drawing/2014/main" id="{A0401441-81E0-44FB-ADE0-6CA6743BBB45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Gerader Verbinder 285">
              <a:extLst>
                <a:ext uri="{FF2B5EF4-FFF2-40B4-BE49-F238E27FC236}">
                  <a16:creationId xmlns:a16="http://schemas.microsoft.com/office/drawing/2014/main" id="{898EF9BF-82C9-46D8-A1B1-2FC0C6E6B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Gerader Verbinder 286">
              <a:extLst>
                <a:ext uri="{FF2B5EF4-FFF2-40B4-BE49-F238E27FC236}">
                  <a16:creationId xmlns:a16="http://schemas.microsoft.com/office/drawing/2014/main" id="{C03D65BE-2E67-4044-B43C-106237E46D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Gerader Verbinder 287">
              <a:extLst>
                <a:ext uri="{FF2B5EF4-FFF2-40B4-BE49-F238E27FC236}">
                  <a16:creationId xmlns:a16="http://schemas.microsoft.com/office/drawing/2014/main" id="{7F7CF834-7378-4A00-8D44-2A7F25D204D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Gerader Verbinder 288">
              <a:extLst>
                <a:ext uri="{FF2B5EF4-FFF2-40B4-BE49-F238E27FC236}">
                  <a16:creationId xmlns:a16="http://schemas.microsoft.com/office/drawing/2014/main" id="{A90E21AF-4409-46F7-B579-10C0CE8D091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Gerader Verbinder 289">
              <a:extLst>
                <a:ext uri="{FF2B5EF4-FFF2-40B4-BE49-F238E27FC236}">
                  <a16:creationId xmlns:a16="http://schemas.microsoft.com/office/drawing/2014/main" id="{3C9CA7B2-D759-4395-85D7-E768A5A9A124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Gerader Verbinder 290">
              <a:extLst>
                <a:ext uri="{FF2B5EF4-FFF2-40B4-BE49-F238E27FC236}">
                  <a16:creationId xmlns:a16="http://schemas.microsoft.com/office/drawing/2014/main" id="{B58BB785-C8A1-45E1-991D-4569C4E9A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Gerader Verbinder 291">
              <a:extLst>
                <a:ext uri="{FF2B5EF4-FFF2-40B4-BE49-F238E27FC236}">
                  <a16:creationId xmlns:a16="http://schemas.microsoft.com/office/drawing/2014/main" id="{A14E603A-01CE-40BC-BB51-4D2EA0A3F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Gerader Verbinder 292">
              <a:extLst>
                <a:ext uri="{FF2B5EF4-FFF2-40B4-BE49-F238E27FC236}">
                  <a16:creationId xmlns:a16="http://schemas.microsoft.com/office/drawing/2014/main" id="{F037C404-BD2C-4BD5-86D9-10E9071624EA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Gerader Verbinder 293">
              <a:extLst>
                <a:ext uri="{FF2B5EF4-FFF2-40B4-BE49-F238E27FC236}">
                  <a16:creationId xmlns:a16="http://schemas.microsoft.com/office/drawing/2014/main" id="{00E4E78C-C33D-4B13-9D51-95EF647CA1F4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Gerader Verbinder 294">
              <a:extLst>
                <a:ext uri="{FF2B5EF4-FFF2-40B4-BE49-F238E27FC236}">
                  <a16:creationId xmlns:a16="http://schemas.microsoft.com/office/drawing/2014/main" id="{F429DE24-8ED4-4D4C-9CE9-555A4A78F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Gerader Verbinder 295">
              <a:extLst>
                <a:ext uri="{FF2B5EF4-FFF2-40B4-BE49-F238E27FC236}">
                  <a16:creationId xmlns:a16="http://schemas.microsoft.com/office/drawing/2014/main" id="{8BF2B22C-9083-4EB5-BCCF-8C65CBC3BD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Gerader Verbinder 296">
              <a:extLst>
                <a:ext uri="{FF2B5EF4-FFF2-40B4-BE49-F238E27FC236}">
                  <a16:creationId xmlns:a16="http://schemas.microsoft.com/office/drawing/2014/main" id="{93777D52-3C47-4BA6-A1C0-D6F547B1793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Gerader Verbinder 297">
              <a:extLst>
                <a:ext uri="{FF2B5EF4-FFF2-40B4-BE49-F238E27FC236}">
                  <a16:creationId xmlns:a16="http://schemas.microsoft.com/office/drawing/2014/main" id="{7BBF87A2-DC3B-477A-B4FA-3A27308DD55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Gerader Verbinder 298">
              <a:extLst>
                <a:ext uri="{FF2B5EF4-FFF2-40B4-BE49-F238E27FC236}">
                  <a16:creationId xmlns:a16="http://schemas.microsoft.com/office/drawing/2014/main" id="{CA2F8957-DC03-494B-958E-9677A2404F4F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Gerader Verbinder 299">
              <a:extLst>
                <a:ext uri="{FF2B5EF4-FFF2-40B4-BE49-F238E27FC236}">
                  <a16:creationId xmlns:a16="http://schemas.microsoft.com/office/drawing/2014/main" id="{8C41BB78-0D4A-427E-ACC5-CB77534E1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Gerader Verbinder 300">
              <a:extLst>
                <a:ext uri="{FF2B5EF4-FFF2-40B4-BE49-F238E27FC236}">
                  <a16:creationId xmlns:a16="http://schemas.microsoft.com/office/drawing/2014/main" id="{0178A20A-3D01-45BB-ADDB-C3C6718DB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Gerader Verbinder 301">
              <a:extLst>
                <a:ext uri="{FF2B5EF4-FFF2-40B4-BE49-F238E27FC236}">
                  <a16:creationId xmlns:a16="http://schemas.microsoft.com/office/drawing/2014/main" id="{02C1C695-0E64-4B45-8316-1DF359AC377D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Gerader Verbinder 302">
              <a:extLst>
                <a:ext uri="{FF2B5EF4-FFF2-40B4-BE49-F238E27FC236}">
                  <a16:creationId xmlns:a16="http://schemas.microsoft.com/office/drawing/2014/main" id="{4D2C9C7C-FB72-4A0A-8AD6-21AD0FF997F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Gerader Verbinder 303">
              <a:extLst>
                <a:ext uri="{FF2B5EF4-FFF2-40B4-BE49-F238E27FC236}">
                  <a16:creationId xmlns:a16="http://schemas.microsoft.com/office/drawing/2014/main" id="{0C7CF9FF-0632-483C-AB96-343672297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Gerader Verbinder 304">
              <a:extLst>
                <a:ext uri="{FF2B5EF4-FFF2-40B4-BE49-F238E27FC236}">
                  <a16:creationId xmlns:a16="http://schemas.microsoft.com/office/drawing/2014/main" id="{06663419-926A-47BA-9777-A9EB8975A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Gerader Verbinder 305">
              <a:extLst>
                <a:ext uri="{FF2B5EF4-FFF2-40B4-BE49-F238E27FC236}">
                  <a16:creationId xmlns:a16="http://schemas.microsoft.com/office/drawing/2014/main" id="{4AC68759-D7E0-44C3-BE03-7EC4B84C5BA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Gerader Verbinder 306">
              <a:extLst>
                <a:ext uri="{FF2B5EF4-FFF2-40B4-BE49-F238E27FC236}">
                  <a16:creationId xmlns:a16="http://schemas.microsoft.com/office/drawing/2014/main" id="{FFA8760F-4733-47F4-B728-D571AD2E950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Gerader Verbinder 307">
              <a:extLst>
                <a:ext uri="{FF2B5EF4-FFF2-40B4-BE49-F238E27FC236}">
                  <a16:creationId xmlns:a16="http://schemas.microsoft.com/office/drawing/2014/main" id="{38BB69AB-62C4-4B7F-A189-DFF01C4AF9D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Gerader Verbinder 308">
              <a:extLst>
                <a:ext uri="{FF2B5EF4-FFF2-40B4-BE49-F238E27FC236}">
                  <a16:creationId xmlns:a16="http://schemas.microsoft.com/office/drawing/2014/main" id="{A2482B25-AC20-4E17-8CBA-31497B4428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Gerader Verbinder 309">
              <a:extLst>
                <a:ext uri="{FF2B5EF4-FFF2-40B4-BE49-F238E27FC236}">
                  <a16:creationId xmlns:a16="http://schemas.microsoft.com/office/drawing/2014/main" id="{F8D9E50D-1980-4910-93EE-27A292A48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Gerader Verbinder 310">
              <a:extLst>
                <a:ext uri="{FF2B5EF4-FFF2-40B4-BE49-F238E27FC236}">
                  <a16:creationId xmlns:a16="http://schemas.microsoft.com/office/drawing/2014/main" id="{60F19AF8-A6C1-4DF6-A683-2D2AC6EE75F4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Gerader Verbinder 311">
              <a:extLst>
                <a:ext uri="{FF2B5EF4-FFF2-40B4-BE49-F238E27FC236}">
                  <a16:creationId xmlns:a16="http://schemas.microsoft.com/office/drawing/2014/main" id="{DBDACD95-E1E9-42B7-A421-557DE3C335C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Gerader Verbinder 312">
              <a:extLst>
                <a:ext uri="{FF2B5EF4-FFF2-40B4-BE49-F238E27FC236}">
                  <a16:creationId xmlns:a16="http://schemas.microsoft.com/office/drawing/2014/main" id="{2DB24744-014B-4FAA-8475-D1AFF2367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Gerader Verbinder 313">
              <a:extLst>
                <a:ext uri="{FF2B5EF4-FFF2-40B4-BE49-F238E27FC236}">
                  <a16:creationId xmlns:a16="http://schemas.microsoft.com/office/drawing/2014/main" id="{CC7C6AB2-FBC5-4C5F-866D-244F09B51C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Gerader Verbinder 314">
              <a:extLst>
                <a:ext uri="{FF2B5EF4-FFF2-40B4-BE49-F238E27FC236}">
                  <a16:creationId xmlns:a16="http://schemas.microsoft.com/office/drawing/2014/main" id="{624F652D-4C76-40ED-87B7-D09E50FE338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Gerader Verbinder 315">
              <a:extLst>
                <a:ext uri="{FF2B5EF4-FFF2-40B4-BE49-F238E27FC236}">
                  <a16:creationId xmlns:a16="http://schemas.microsoft.com/office/drawing/2014/main" id="{CC18DD16-CA99-47F4-B9C0-4CC2136C5D3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Gerader Verbinder 316">
              <a:extLst>
                <a:ext uri="{FF2B5EF4-FFF2-40B4-BE49-F238E27FC236}">
                  <a16:creationId xmlns:a16="http://schemas.microsoft.com/office/drawing/2014/main" id="{8EC6D851-0EC0-4DB5-AB4A-05DB1FA8AA1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Gerader Verbinder 317">
              <a:extLst>
                <a:ext uri="{FF2B5EF4-FFF2-40B4-BE49-F238E27FC236}">
                  <a16:creationId xmlns:a16="http://schemas.microsoft.com/office/drawing/2014/main" id="{756A2B7B-691A-43D5-8D2B-9A71F90F4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Gerader Verbinder 318">
              <a:extLst>
                <a:ext uri="{FF2B5EF4-FFF2-40B4-BE49-F238E27FC236}">
                  <a16:creationId xmlns:a16="http://schemas.microsoft.com/office/drawing/2014/main" id="{3076A663-B08E-4BFA-AC10-8B5D79BA7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Gerader Verbinder 319">
              <a:extLst>
                <a:ext uri="{FF2B5EF4-FFF2-40B4-BE49-F238E27FC236}">
                  <a16:creationId xmlns:a16="http://schemas.microsoft.com/office/drawing/2014/main" id="{20EC0698-C282-40B3-B979-E6F4478B94D8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Gerader Verbinder 320">
              <a:extLst>
                <a:ext uri="{FF2B5EF4-FFF2-40B4-BE49-F238E27FC236}">
                  <a16:creationId xmlns:a16="http://schemas.microsoft.com/office/drawing/2014/main" id="{482E05F6-93F5-45E4-8AB3-CB9936F3802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Gerader Verbinder 321">
              <a:extLst>
                <a:ext uri="{FF2B5EF4-FFF2-40B4-BE49-F238E27FC236}">
                  <a16:creationId xmlns:a16="http://schemas.microsoft.com/office/drawing/2014/main" id="{4A625F52-2289-4B74-822A-0EB65A6D5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Gerader Verbinder 322">
              <a:extLst>
                <a:ext uri="{FF2B5EF4-FFF2-40B4-BE49-F238E27FC236}">
                  <a16:creationId xmlns:a16="http://schemas.microsoft.com/office/drawing/2014/main" id="{480F0E40-1336-4167-BC25-D811D2976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Gerader Verbinder 323">
              <a:extLst>
                <a:ext uri="{FF2B5EF4-FFF2-40B4-BE49-F238E27FC236}">
                  <a16:creationId xmlns:a16="http://schemas.microsoft.com/office/drawing/2014/main" id="{2EDB25ED-732C-4ACE-BC43-FB99169D6C6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Gerader Verbinder 324">
              <a:extLst>
                <a:ext uri="{FF2B5EF4-FFF2-40B4-BE49-F238E27FC236}">
                  <a16:creationId xmlns:a16="http://schemas.microsoft.com/office/drawing/2014/main" id="{0CB050A0-9368-4BFA-9CA8-860A0D7B16C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Gerader Verbinder 325">
              <a:extLst>
                <a:ext uri="{FF2B5EF4-FFF2-40B4-BE49-F238E27FC236}">
                  <a16:creationId xmlns:a16="http://schemas.microsoft.com/office/drawing/2014/main" id="{E2394EA9-4375-440F-B7D5-9246FAE43B6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Gerader Verbinder 326">
              <a:extLst>
                <a:ext uri="{FF2B5EF4-FFF2-40B4-BE49-F238E27FC236}">
                  <a16:creationId xmlns:a16="http://schemas.microsoft.com/office/drawing/2014/main" id="{D70B4940-25AE-47BF-BA2C-3197A59DB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Gerader Verbinder 327">
              <a:extLst>
                <a:ext uri="{FF2B5EF4-FFF2-40B4-BE49-F238E27FC236}">
                  <a16:creationId xmlns:a16="http://schemas.microsoft.com/office/drawing/2014/main" id="{EB5B1FD8-AC5C-4973-927D-6F8AECEEE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Gerader Verbinder 328">
              <a:extLst>
                <a:ext uri="{FF2B5EF4-FFF2-40B4-BE49-F238E27FC236}">
                  <a16:creationId xmlns:a16="http://schemas.microsoft.com/office/drawing/2014/main" id="{50AF11C4-DBD8-406E-BAED-A78647ED8629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Gerader Verbinder 329">
              <a:extLst>
                <a:ext uri="{FF2B5EF4-FFF2-40B4-BE49-F238E27FC236}">
                  <a16:creationId xmlns:a16="http://schemas.microsoft.com/office/drawing/2014/main" id="{F20C0883-56D8-4E3E-A17C-C6A22E12BAE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Gerader Verbinder 330">
              <a:extLst>
                <a:ext uri="{FF2B5EF4-FFF2-40B4-BE49-F238E27FC236}">
                  <a16:creationId xmlns:a16="http://schemas.microsoft.com/office/drawing/2014/main" id="{CC71C5D7-5243-40D7-AC05-7482A2680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Gerader Verbinder 331">
              <a:extLst>
                <a:ext uri="{FF2B5EF4-FFF2-40B4-BE49-F238E27FC236}">
                  <a16:creationId xmlns:a16="http://schemas.microsoft.com/office/drawing/2014/main" id="{E641CC05-A0D5-4226-AE77-6FFA707B8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Gerader Verbinder 332">
              <a:extLst>
                <a:ext uri="{FF2B5EF4-FFF2-40B4-BE49-F238E27FC236}">
                  <a16:creationId xmlns:a16="http://schemas.microsoft.com/office/drawing/2014/main" id="{03F6AF93-3E01-4E1E-B228-B48F102944E5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Gerader Verbinder 333">
              <a:extLst>
                <a:ext uri="{FF2B5EF4-FFF2-40B4-BE49-F238E27FC236}">
                  <a16:creationId xmlns:a16="http://schemas.microsoft.com/office/drawing/2014/main" id="{4EB5B51B-1DF7-4563-BB72-1A154105074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Gerader Verbinder 334">
              <a:extLst>
                <a:ext uri="{FF2B5EF4-FFF2-40B4-BE49-F238E27FC236}">
                  <a16:creationId xmlns:a16="http://schemas.microsoft.com/office/drawing/2014/main" id="{7D4A5526-7968-48F9-910F-21CF0A320FB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Gerader Verbinder 335">
              <a:extLst>
                <a:ext uri="{FF2B5EF4-FFF2-40B4-BE49-F238E27FC236}">
                  <a16:creationId xmlns:a16="http://schemas.microsoft.com/office/drawing/2014/main" id="{ABBDD24A-DF19-47CB-868B-C96A46BE5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Gerader Verbinder 336">
              <a:extLst>
                <a:ext uri="{FF2B5EF4-FFF2-40B4-BE49-F238E27FC236}">
                  <a16:creationId xmlns:a16="http://schemas.microsoft.com/office/drawing/2014/main" id="{699ABA93-780E-4DAA-A430-8A05C76AD7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Gerader Verbinder 337">
              <a:extLst>
                <a:ext uri="{FF2B5EF4-FFF2-40B4-BE49-F238E27FC236}">
                  <a16:creationId xmlns:a16="http://schemas.microsoft.com/office/drawing/2014/main" id="{35B741B1-7694-45B9-851C-C5BC7CE433F7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Gerader Verbinder 338">
              <a:extLst>
                <a:ext uri="{FF2B5EF4-FFF2-40B4-BE49-F238E27FC236}">
                  <a16:creationId xmlns:a16="http://schemas.microsoft.com/office/drawing/2014/main" id="{EA584411-ED43-4B95-A6C7-1DA4E1EEAC4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Gerader Verbinder 339">
              <a:extLst>
                <a:ext uri="{FF2B5EF4-FFF2-40B4-BE49-F238E27FC236}">
                  <a16:creationId xmlns:a16="http://schemas.microsoft.com/office/drawing/2014/main" id="{B5E7B506-62B3-486D-B742-F76F1DA738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Gerader Verbinder 340">
              <a:extLst>
                <a:ext uri="{FF2B5EF4-FFF2-40B4-BE49-F238E27FC236}">
                  <a16:creationId xmlns:a16="http://schemas.microsoft.com/office/drawing/2014/main" id="{28F0169B-C89B-4AF3-8736-D8FE1A1D63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Gerader Verbinder 341">
              <a:extLst>
                <a:ext uri="{FF2B5EF4-FFF2-40B4-BE49-F238E27FC236}">
                  <a16:creationId xmlns:a16="http://schemas.microsoft.com/office/drawing/2014/main" id="{45A73E5C-CFB0-453C-9317-00EB4A50122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Gerader Verbinder 342">
              <a:extLst>
                <a:ext uri="{FF2B5EF4-FFF2-40B4-BE49-F238E27FC236}">
                  <a16:creationId xmlns:a16="http://schemas.microsoft.com/office/drawing/2014/main" id="{F666BED2-7CCF-43A6-BA7A-7998EF6257EF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Gerader Verbinder 343">
              <a:extLst>
                <a:ext uri="{FF2B5EF4-FFF2-40B4-BE49-F238E27FC236}">
                  <a16:creationId xmlns:a16="http://schemas.microsoft.com/office/drawing/2014/main" id="{119BE62E-3598-4202-ABA8-7B565DA67F9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Gerader Verbinder 344">
              <a:extLst>
                <a:ext uri="{FF2B5EF4-FFF2-40B4-BE49-F238E27FC236}">
                  <a16:creationId xmlns:a16="http://schemas.microsoft.com/office/drawing/2014/main" id="{DA082660-C9E3-480D-92BA-EFB0305C3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Gerader Verbinder 345">
              <a:extLst>
                <a:ext uri="{FF2B5EF4-FFF2-40B4-BE49-F238E27FC236}">
                  <a16:creationId xmlns:a16="http://schemas.microsoft.com/office/drawing/2014/main" id="{A291EEAE-F87A-41AF-A4FA-56E3677F8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" name="Gruppieren 346">
            <a:extLst>
              <a:ext uri="{FF2B5EF4-FFF2-40B4-BE49-F238E27FC236}">
                <a16:creationId xmlns:a16="http://schemas.microsoft.com/office/drawing/2014/main" id="{85464E1B-8B0B-4D66-BE53-075FE25651FB}"/>
              </a:ext>
            </a:extLst>
          </p:cNvPr>
          <p:cNvGrpSpPr/>
          <p:nvPr/>
        </p:nvGrpSpPr>
        <p:grpSpPr>
          <a:xfrm>
            <a:off x="6294121" y="3685305"/>
            <a:ext cx="3730229" cy="3921995"/>
            <a:chOff x="-456087" y="-2624137"/>
            <a:chExt cx="12960000" cy="12953349"/>
          </a:xfrm>
        </p:grpSpPr>
        <p:cxnSp>
          <p:nvCxnSpPr>
            <p:cNvPr id="348" name="Gerader Verbinder 347">
              <a:extLst>
                <a:ext uri="{FF2B5EF4-FFF2-40B4-BE49-F238E27FC236}">
                  <a16:creationId xmlns:a16="http://schemas.microsoft.com/office/drawing/2014/main" id="{0F944670-776C-4626-BF36-16F46835A0C7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Gerader Verbinder 348">
              <a:extLst>
                <a:ext uri="{FF2B5EF4-FFF2-40B4-BE49-F238E27FC236}">
                  <a16:creationId xmlns:a16="http://schemas.microsoft.com/office/drawing/2014/main" id="{1CDFC990-7FC3-4D33-9501-7A669DB4BE8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Gerader Verbinder 349">
              <a:extLst>
                <a:ext uri="{FF2B5EF4-FFF2-40B4-BE49-F238E27FC236}">
                  <a16:creationId xmlns:a16="http://schemas.microsoft.com/office/drawing/2014/main" id="{DC3EF434-A70A-43E4-B707-0FD27904E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Gerader Verbinder 350">
              <a:extLst>
                <a:ext uri="{FF2B5EF4-FFF2-40B4-BE49-F238E27FC236}">
                  <a16:creationId xmlns:a16="http://schemas.microsoft.com/office/drawing/2014/main" id="{C51C0EDC-48CF-4637-9890-0E68C0DDB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Gerader Verbinder 351">
              <a:extLst>
                <a:ext uri="{FF2B5EF4-FFF2-40B4-BE49-F238E27FC236}">
                  <a16:creationId xmlns:a16="http://schemas.microsoft.com/office/drawing/2014/main" id="{D4B805A5-96D1-48FA-B096-B587AD3E379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Gerader Verbinder 352">
              <a:extLst>
                <a:ext uri="{FF2B5EF4-FFF2-40B4-BE49-F238E27FC236}">
                  <a16:creationId xmlns:a16="http://schemas.microsoft.com/office/drawing/2014/main" id="{BEE202DA-B1B5-448D-8918-E38A6F1AAF8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Gerader Verbinder 353">
              <a:extLst>
                <a:ext uri="{FF2B5EF4-FFF2-40B4-BE49-F238E27FC236}">
                  <a16:creationId xmlns:a16="http://schemas.microsoft.com/office/drawing/2014/main" id="{EF66D4F8-E31B-4DC8-A467-2CEC86EE5FC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Gerader Verbinder 354">
              <a:extLst>
                <a:ext uri="{FF2B5EF4-FFF2-40B4-BE49-F238E27FC236}">
                  <a16:creationId xmlns:a16="http://schemas.microsoft.com/office/drawing/2014/main" id="{5382166C-80DC-46C6-A580-86CA5B4107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Gerader Verbinder 355">
              <a:extLst>
                <a:ext uri="{FF2B5EF4-FFF2-40B4-BE49-F238E27FC236}">
                  <a16:creationId xmlns:a16="http://schemas.microsoft.com/office/drawing/2014/main" id="{8310037E-D499-442D-8101-A2C101682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Gerader Verbinder 356">
              <a:extLst>
                <a:ext uri="{FF2B5EF4-FFF2-40B4-BE49-F238E27FC236}">
                  <a16:creationId xmlns:a16="http://schemas.microsoft.com/office/drawing/2014/main" id="{64BEFB31-2257-42C7-A5B4-E0F1D0376342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Gerader Verbinder 357">
              <a:extLst>
                <a:ext uri="{FF2B5EF4-FFF2-40B4-BE49-F238E27FC236}">
                  <a16:creationId xmlns:a16="http://schemas.microsoft.com/office/drawing/2014/main" id="{761020E7-5421-468E-A928-5D795AC5F1E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Gerader Verbinder 358">
              <a:extLst>
                <a:ext uri="{FF2B5EF4-FFF2-40B4-BE49-F238E27FC236}">
                  <a16:creationId xmlns:a16="http://schemas.microsoft.com/office/drawing/2014/main" id="{DFF1A909-8C84-4EA0-BD30-0DC2A30A8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Gerader Verbinder 359">
              <a:extLst>
                <a:ext uri="{FF2B5EF4-FFF2-40B4-BE49-F238E27FC236}">
                  <a16:creationId xmlns:a16="http://schemas.microsoft.com/office/drawing/2014/main" id="{B358C2D5-7BB7-450C-8479-22EBF8FD7E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Gerader Verbinder 360">
              <a:extLst>
                <a:ext uri="{FF2B5EF4-FFF2-40B4-BE49-F238E27FC236}">
                  <a16:creationId xmlns:a16="http://schemas.microsoft.com/office/drawing/2014/main" id="{5D1A4080-8875-447D-9B64-3AB83B24762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Gerader Verbinder 361">
              <a:extLst>
                <a:ext uri="{FF2B5EF4-FFF2-40B4-BE49-F238E27FC236}">
                  <a16:creationId xmlns:a16="http://schemas.microsoft.com/office/drawing/2014/main" id="{951ED5F1-59ED-4481-928D-F8E8F6A23C9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Gerader Verbinder 362">
              <a:extLst>
                <a:ext uri="{FF2B5EF4-FFF2-40B4-BE49-F238E27FC236}">
                  <a16:creationId xmlns:a16="http://schemas.microsoft.com/office/drawing/2014/main" id="{A1D8F060-9F44-4E59-8187-4E9A1C8F4B0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Gerader Verbinder 363">
              <a:extLst>
                <a:ext uri="{FF2B5EF4-FFF2-40B4-BE49-F238E27FC236}">
                  <a16:creationId xmlns:a16="http://schemas.microsoft.com/office/drawing/2014/main" id="{F988AD05-E38B-4502-B96C-A8D4008C4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Gerader Verbinder 364">
              <a:extLst>
                <a:ext uri="{FF2B5EF4-FFF2-40B4-BE49-F238E27FC236}">
                  <a16:creationId xmlns:a16="http://schemas.microsoft.com/office/drawing/2014/main" id="{7F586D56-9112-4632-8C2C-A8EF9AC2A1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Gerader Verbinder 365">
              <a:extLst>
                <a:ext uri="{FF2B5EF4-FFF2-40B4-BE49-F238E27FC236}">
                  <a16:creationId xmlns:a16="http://schemas.microsoft.com/office/drawing/2014/main" id="{47ABB777-A87C-4A42-B4FC-59CB0A56B3B9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Gerader Verbinder 366">
              <a:extLst>
                <a:ext uri="{FF2B5EF4-FFF2-40B4-BE49-F238E27FC236}">
                  <a16:creationId xmlns:a16="http://schemas.microsoft.com/office/drawing/2014/main" id="{60D1C347-BDA7-4074-BAE2-C146F7CBFE4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Gerader Verbinder 367">
              <a:extLst>
                <a:ext uri="{FF2B5EF4-FFF2-40B4-BE49-F238E27FC236}">
                  <a16:creationId xmlns:a16="http://schemas.microsoft.com/office/drawing/2014/main" id="{7ED913CC-90F5-44AA-A18C-BB07BCF99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Gerader Verbinder 368">
              <a:extLst>
                <a:ext uri="{FF2B5EF4-FFF2-40B4-BE49-F238E27FC236}">
                  <a16:creationId xmlns:a16="http://schemas.microsoft.com/office/drawing/2014/main" id="{047EA08E-F635-4480-AB54-19701F636C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Gerader Verbinder 369">
              <a:extLst>
                <a:ext uri="{FF2B5EF4-FFF2-40B4-BE49-F238E27FC236}">
                  <a16:creationId xmlns:a16="http://schemas.microsoft.com/office/drawing/2014/main" id="{DE38DEA6-A661-428B-9FED-36F6BA67BD9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Gerader Verbinder 370">
              <a:extLst>
                <a:ext uri="{FF2B5EF4-FFF2-40B4-BE49-F238E27FC236}">
                  <a16:creationId xmlns:a16="http://schemas.microsoft.com/office/drawing/2014/main" id="{140E2CF5-9660-4D05-A258-CB4DB80E42E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Gerader Verbinder 371">
              <a:extLst>
                <a:ext uri="{FF2B5EF4-FFF2-40B4-BE49-F238E27FC236}">
                  <a16:creationId xmlns:a16="http://schemas.microsoft.com/office/drawing/2014/main" id="{7310D8B9-FCB3-414B-8C86-C8B1E5D572DB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Gerader Verbinder 372">
              <a:extLst>
                <a:ext uri="{FF2B5EF4-FFF2-40B4-BE49-F238E27FC236}">
                  <a16:creationId xmlns:a16="http://schemas.microsoft.com/office/drawing/2014/main" id="{ED27F69E-CE7A-4BB4-BB22-D656955A0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Gerader Verbinder 373">
              <a:extLst>
                <a:ext uri="{FF2B5EF4-FFF2-40B4-BE49-F238E27FC236}">
                  <a16:creationId xmlns:a16="http://schemas.microsoft.com/office/drawing/2014/main" id="{C81F2DFC-5CC8-4DEE-A7C6-A162ACA48A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Gerader Verbinder 374">
              <a:extLst>
                <a:ext uri="{FF2B5EF4-FFF2-40B4-BE49-F238E27FC236}">
                  <a16:creationId xmlns:a16="http://schemas.microsoft.com/office/drawing/2014/main" id="{AA058A3C-B711-477E-A77D-3C114314ECA4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Gerader Verbinder 375">
              <a:extLst>
                <a:ext uri="{FF2B5EF4-FFF2-40B4-BE49-F238E27FC236}">
                  <a16:creationId xmlns:a16="http://schemas.microsoft.com/office/drawing/2014/main" id="{FFE846CF-1481-4ED9-8BC3-45C35C236E1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Gerader Verbinder 376">
              <a:extLst>
                <a:ext uri="{FF2B5EF4-FFF2-40B4-BE49-F238E27FC236}">
                  <a16:creationId xmlns:a16="http://schemas.microsoft.com/office/drawing/2014/main" id="{6229D980-7197-4758-BCD6-9F8982B57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Gerader Verbinder 377">
              <a:extLst>
                <a:ext uri="{FF2B5EF4-FFF2-40B4-BE49-F238E27FC236}">
                  <a16:creationId xmlns:a16="http://schemas.microsoft.com/office/drawing/2014/main" id="{02E660BA-D076-444E-97D0-2185A9751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Gerader Verbinder 378">
              <a:extLst>
                <a:ext uri="{FF2B5EF4-FFF2-40B4-BE49-F238E27FC236}">
                  <a16:creationId xmlns:a16="http://schemas.microsoft.com/office/drawing/2014/main" id="{BB31FDDA-B845-4964-887D-EF3A8CB1DBA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Gerader Verbinder 379">
              <a:extLst>
                <a:ext uri="{FF2B5EF4-FFF2-40B4-BE49-F238E27FC236}">
                  <a16:creationId xmlns:a16="http://schemas.microsoft.com/office/drawing/2014/main" id="{8BA84105-545B-4372-BF40-64594849CA7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Gerader Verbinder 380">
              <a:extLst>
                <a:ext uri="{FF2B5EF4-FFF2-40B4-BE49-F238E27FC236}">
                  <a16:creationId xmlns:a16="http://schemas.microsoft.com/office/drawing/2014/main" id="{788709AC-AFE9-42B3-8F2E-8C30D98E4C6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Gerader Verbinder 381">
              <a:extLst>
                <a:ext uri="{FF2B5EF4-FFF2-40B4-BE49-F238E27FC236}">
                  <a16:creationId xmlns:a16="http://schemas.microsoft.com/office/drawing/2014/main" id="{8FB03872-B84B-4F63-A8FF-783F53F576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Gerader Verbinder 382">
              <a:extLst>
                <a:ext uri="{FF2B5EF4-FFF2-40B4-BE49-F238E27FC236}">
                  <a16:creationId xmlns:a16="http://schemas.microsoft.com/office/drawing/2014/main" id="{B123F757-E0C8-4CAC-B7A9-CDED3DCF8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Gerader Verbinder 383">
              <a:extLst>
                <a:ext uri="{FF2B5EF4-FFF2-40B4-BE49-F238E27FC236}">
                  <a16:creationId xmlns:a16="http://schemas.microsoft.com/office/drawing/2014/main" id="{C2AF9ECD-54FA-47BC-AA4B-8E57D0A8176B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Gerader Verbinder 384">
              <a:extLst>
                <a:ext uri="{FF2B5EF4-FFF2-40B4-BE49-F238E27FC236}">
                  <a16:creationId xmlns:a16="http://schemas.microsoft.com/office/drawing/2014/main" id="{6AD1435D-088A-4851-9BEA-59984CD575A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Gerader Verbinder 385">
              <a:extLst>
                <a:ext uri="{FF2B5EF4-FFF2-40B4-BE49-F238E27FC236}">
                  <a16:creationId xmlns:a16="http://schemas.microsoft.com/office/drawing/2014/main" id="{57E739A4-4A1A-4AF2-93C3-1B607B1BEA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Gerader Verbinder 386">
              <a:extLst>
                <a:ext uri="{FF2B5EF4-FFF2-40B4-BE49-F238E27FC236}">
                  <a16:creationId xmlns:a16="http://schemas.microsoft.com/office/drawing/2014/main" id="{064AD506-9269-4657-A401-B2C6510F3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Gerader Verbinder 387">
              <a:extLst>
                <a:ext uri="{FF2B5EF4-FFF2-40B4-BE49-F238E27FC236}">
                  <a16:creationId xmlns:a16="http://schemas.microsoft.com/office/drawing/2014/main" id="{8942470F-BC51-48A5-A343-B02AC877DBB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Gerader Verbinder 388">
              <a:extLst>
                <a:ext uri="{FF2B5EF4-FFF2-40B4-BE49-F238E27FC236}">
                  <a16:creationId xmlns:a16="http://schemas.microsoft.com/office/drawing/2014/main" id="{D77A0A7B-8E66-4BE2-BCDA-46D1F94DA72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Gerader Verbinder 389">
              <a:extLst>
                <a:ext uri="{FF2B5EF4-FFF2-40B4-BE49-F238E27FC236}">
                  <a16:creationId xmlns:a16="http://schemas.microsoft.com/office/drawing/2014/main" id="{F00CFEBE-DB55-4F53-9F42-9E802801C22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Gerader Verbinder 390">
              <a:extLst>
                <a:ext uri="{FF2B5EF4-FFF2-40B4-BE49-F238E27FC236}">
                  <a16:creationId xmlns:a16="http://schemas.microsoft.com/office/drawing/2014/main" id="{45D3C80C-ED92-4DF7-9AC9-E21E95874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Gerader Verbinder 391">
              <a:extLst>
                <a:ext uri="{FF2B5EF4-FFF2-40B4-BE49-F238E27FC236}">
                  <a16:creationId xmlns:a16="http://schemas.microsoft.com/office/drawing/2014/main" id="{A226BDF7-D873-4F75-8815-A31F82F7C9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Gerader Verbinder 392">
              <a:extLst>
                <a:ext uri="{FF2B5EF4-FFF2-40B4-BE49-F238E27FC236}">
                  <a16:creationId xmlns:a16="http://schemas.microsoft.com/office/drawing/2014/main" id="{612E71BF-7AFB-4D13-9AA8-B000DC043C59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Gerader Verbinder 393">
              <a:extLst>
                <a:ext uri="{FF2B5EF4-FFF2-40B4-BE49-F238E27FC236}">
                  <a16:creationId xmlns:a16="http://schemas.microsoft.com/office/drawing/2014/main" id="{9864CABB-E0D9-4DF0-8CF2-2326ADEA795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Gerader Verbinder 394">
              <a:extLst>
                <a:ext uri="{FF2B5EF4-FFF2-40B4-BE49-F238E27FC236}">
                  <a16:creationId xmlns:a16="http://schemas.microsoft.com/office/drawing/2014/main" id="{D32C744E-F9CD-4507-A9FC-1513D0E74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Gerader Verbinder 395">
              <a:extLst>
                <a:ext uri="{FF2B5EF4-FFF2-40B4-BE49-F238E27FC236}">
                  <a16:creationId xmlns:a16="http://schemas.microsoft.com/office/drawing/2014/main" id="{CB0210ED-0A32-482F-97EE-0D3F277FC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Gerader Verbinder 396">
              <a:extLst>
                <a:ext uri="{FF2B5EF4-FFF2-40B4-BE49-F238E27FC236}">
                  <a16:creationId xmlns:a16="http://schemas.microsoft.com/office/drawing/2014/main" id="{7E31FFAE-00D1-4FA7-843F-71E683693C8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Gerader Verbinder 397">
              <a:extLst>
                <a:ext uri="{FF2B5EF4-FFF2-40B4-BE49-F238E27FC236}">
                  <a16:creationId xmlns:a16="http://schemas.microsoft.com/office/drawing/2014/main" id="{3CD694F0-2CC9-4ECD-BD6D-DD128F79F45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Gerader Verbinder 398">
              <a:extLst>
                <a:ext uri="{FF2B5EF4-FFF2-40B4-BE49-F238E27FC236}">
                  <a16:creationId xmlns:a16="http://schemas.microsoft.com/office/drawing/2014/main" id="{B029EEC3-1D35-4FED-9CF5-13F6BD0ABFB1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Gerader Verbinder 399">
              <a:extLst>
                <a:ext uri="{FF2B5EF4-FFF2-40B4-BE49-F238E27FC236}">
                  <a16:creationId xmlns:a16="http://schemas.microsoft.com/office/drawing/2014/main" id="{2622E152-0EC4-4CB0-BB32-C900255500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Gerader Verbinder 400">
              <a:extLst>
                <a:ext uri="{FF2B5EF4-FFF2-40B4-BE49-F238E27FC236}">
                  <a16:creationId xmlns:a16="http://schemas.microsoft.com/office/drawing/2014/main" id="{90F0047A-17C0-47B4-A00D-1288BBD33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Gerader Verbinder 401">
              <a:extLst>
                <a:ext uri="{FF2B5EF4-FFF2-40B4-BE49-F238E27FC236}">
                  <a16:creationId xmlns:a16="http://schemas.microsoft.com/office/drawing/2014/main" id="{78C1CEAB-10D5-4A9A-A733-BBAF59E219B1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Gerader Verbinder 402">
              <a:extLst>
                <a:ext uri="{FF2B5EF4-FFF2-40B4-BE49-F238E27FC236}">
                  <a16:creationId xmlns:a16="http://schemas.microsoft.com/office/drawing/2014/main" id="{FEF8B2DA-ADC3-4A18-B3C8-40CB54788EB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Gerader Verbinder 403">
              <a:extLst>
                <a:ext uri="{FF2B5EF4-FFF2-40B4-BE49-F238E27FC236}">
                  <a16:creationId xmlns:a16="http://schemas.microsoft.com/office/drawing/2014/main" id="{6445D959-94C9-4A57-8CE5-57798FB030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Gerader Verbinder 404">
              <a:extLst>
                <a:ext uri="{FF2B5EF4-FFF2-40B4-BE49-F238E27FC236}">
                  <a16:creationId xmlns:a16="http://schemas.microsoft.com/office/drawing/2014/main" id="{5B651459-56C0-4DA6-8567-CAE4D7DAF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Gerader Verbinder 405">
              <a:extLst>
                <a:ext uri="{FF2B5EF4-FFF2-40B4-BE49-F238E27FC236}">
                  <a16:creationId xmlns:a16="http://schemas.microsoft.com/office/drawing/2014/main" id="{DC8F2D2D-1C91-4697-B05E-DA78C370247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Gerader Verbinder 406">
              <a:extLst>
                <a:ext uri="{FF2B5EF4-FFF2-40B4-BE49-F238E27FC236}">
                  <a16:creationId xmlns:a16="http://schemas.microsoft.com/office/drawing/2014/main" id="{36FF7BB2-29DE-4315-A22A-9C85666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Gerader Verbinder 407">
              <a:extLst>
                <a:ext uri="{FF2B5EF4-FFF2-40B4-BE49-F238E27FC236}">
                  <a16:creationId xmlns:a16="http://schemas.microsoft.com/office/drawing/2014/main" id="{18ADF3BF-DFEA-4838-B1D5-6C8E0687BB9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Gerader Verbinder 408">
              <a:extLst>
                <a:ext uri="{FF2B5EF4-FFF2-40B4-BE49-F238E27FC236}">
                  <a16:creationId xmlns:a16="http://schemas.microsoft.com/office/drawing/2014/main" id="{44922EAF-4B6B-4FB4-95D7-AE5A989F3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Gerader Verbinder 409">
              <a:extLst>
                <a:ext uri="{FF2B5EF4-FFF2-40B4-BE49-F238E27FC236}">
                  <a16:creationId xmlns:a16="http://schemas.microsoft.com/office/drawing/2014/main" id="{35A7995B-51CD-4BE7-ADC4-167530F679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Gerader Verbinder 410">
              <a:extLst>
                <a:ext uri="{FF2B5EF4-FFF2-40B4-BE49-F238E27FC236}">
                  <a16:creationId xmlns:a16="http://schemas.microsoft.com/office/drawing/2014/main" id="{76F59A57-F548-4BC8-BD8D-24E68A2C5274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Gerader Verbinder 411">
              <a:extLst>
                <a:ext uri="{FF2B5EF4-FFF2-40B4-BE49-F238E27FC236}">
                  <a16:creationId xmlns:a16="http://schemas.microsoft.com/office/drawing/2014/main" id="{3991901E-02AA-4AE7-9775-F28CAA1565B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Gerader Verbinder 412">
              <a:extLst>
                <a:ext uri="{FF2B5EF4-FFF2-40B4-BE49-F238E27FC236}">
                  <a16:creationId xmlns:a16="http://schemas.microsoft.com/office/drawing/2014/main" id="{2036C33C-57EC-42B1-9EDF-F108602F4B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Gerader Verbinder 413">
              <a:extLst>
                <a:ext uri="{FF2B5EF4-FFF2-40B4-BE49-F238E27FC236}">
                  <a16:creationId xmlns:a16="http://schemas.microsoft.com/office/drawing/2014/main" id="{0375D82E-10EE-4E70-823B-EF83A8167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Gerader Verbinder 414">
              <a:extLst>
                <a:ext uri="{FF2B5EF4-FFF2-40B4-BE49-F238E27FC236}">
                  <a16:creationId xmlns:a16="http://schemas.microsoft.com/office/drawing/2014/main" id="{C2493A18-3258-4B9E-972F-A0213CF707D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Gerader Verbinder 415">
              <a:extLst>
                <a:ext uri="{FF2B5EF4-FFF2-40B4-BE49-F238E27FC236}">
                  <a16:creationId xmlns:a16="http://schemas.microsoft.com/office/drawing/2014/main" id="{884A5209-3C63-4E88-BA9C-52A6DDD0929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Gerader Verbinder 416">
              <a:extLst>
                <a:ext uri="{FF2B5EF4-FFF2-40B4-BE49-F238E27FC236}">
                  <a16:creationId xmlns:a16="http://schemas.microsoft.com/office/drawing/2014/main" id="{210C0F73-ED77-4188-B454-84E63FD34DE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Gerader Verbinder 417">
              <a:extLst>
                <a:ext uri="{FF2B5EF4-FFF2-40B4-BE49-F238E27FC236}">
                  <a16:creationId xmlns:a16="http://schemas.microsoft.com/office/drawing/2014/main" id="{F9B00D61-16E8-4CF2-9FE2-4FD29EA34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Gerader Verbinder 418">
              <a:extLst>
                <a:ext uri="{FF2B5EF4-FFF2-40B4-BE49-F238E27FC236}">
                  <a16:creationId xmlns:a16="http://schemas.microsoft.com/office/drawing/2014/main" id="{42B5F19B-EE88-4DD6-99E6-E203C8E6A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Gerader Verbinder 419">
              <a:extLst>
                <a:ext uri="{FF2B5EF4-FFF2-40B4-BE49-F238E27FC236}">
                  <a16:creationId xmlns:a16="http://schemas.microsoft.com/office/drawing/2014/main" id="{B8BAA91C-9BE5-4E69-B111-7405C130AFCA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Gerader Verbinder 420">
              <a:extLst>
                <a:ext uri="{FF2B5EF4-FFF2-40B4-BE49-F238E27FC236}">
                  <a16:creationId xmlns:a16="http://schemas.microsoft.com/office/drawing/2014/main" id="{EFAF4144-113C-40F3-9EA0-59C560F3A7A5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Gerader Verbinder 421">
              <a:extLst>
                <a:ext uri="{FF2B5EF4-FFF2-40B4-BE49-F238E27FC236}">
                  <a16:creationId xmlns:a16="http://schemas.microsoft.com/office/drawing/2014/main" id="{41167DF7-DDE8-40EE-AE0D-7823C124F8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Gerader Verbinder 422">
              <a:extLst>
                <a:ext uri="{FF2B5EF4-FFF2-40B4-BE49-F238E27FC236}">
                  <a16:creationId xmlns:a16="http://schemas.microsoft.com/office/drawing/2014/main" id="{E50F2ED9-A60E-4E98-907F-FF53C9A9E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Gerader Verbinder 423">
              <a:extLst>
                <a:ext uri="{FF2B5EF4-FFF2-40B4-BE49-F238E27FC236}">
                  <a16:creationId xmlns:a16="http://schemas.microsoft.com/office/drawing/2014/main" id="{09D28532-0D89-4301-BF85-60E941C79DA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Gerader Verbinder 424">
              <a:extLst>
                <a:ext uri="{FF2B5EF4-FFF2-40B4-BE49-F238E27FC236}">
                  <a16:creationId xmlns:a16="http://schemas.microsoft.com/office/drawing/2014/main" id="{BB15818F-C157-4644-97A4-E9C1B80C5FB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Gerader Verbinder 425">
              <a:extLst>
                <a:ext uri="{FF2B5EF4-FFF2-40B4-BE49-F238E27FC236}">
                  <a16:creationId xmlns:a16="http://schemas.microsoft.com/office/drawing/2014/main" id="{56001605-1BB0-4655-BBC3-E6372675E745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Gerader Verbinder 426">
              <a:extLst>
                <a:ext uri="{FF2B5EF4-FFF2-40B4-BE49-F238E27FC236}">
                  <a16:creationId xmlns:a16="http://schemas.microsoft.com/office/drawing/2014/main" id="{1300466F-7D0E-494D-B29B-BD0B81316F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Gerader Verbinder 427">
              <a:extLst>
                <a:ext uri="{FF2B5EF4-FFF2-40B4-BE49-F238E27FC236}">
                  <a16:creationId xmlns:a16="http://schemas.microsoft.com/office/drawing/2014/main" id="{B1B82CCD-E221-4D94-9001-3CE7E4DAC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9" name="Gruppieren 428">
            <a:extLst>
              <a:ext uri="{FF2B5EF4-FFF2-40B4-BE49-F238E27FC236}">
                <a16:creationId xmlns:a16="http://schemas.microsoft.com/office/drawing/2014/main" id="{8B858AEB-B3B9-4AC8-B073-66257A86109E}"/>
              </a:ext>
            </a:extLst>
          </p:cNvPr>
          <p:cNvGrpSpPr/>
          <p:nvPr/>
        </p:nvGrpSpPr>
        <p:grpSpPr>
          <a:xfrm>
            <a:off x="10024348" y="3685305"/>
            <a:ext cx="3730229" cy="3921995"/>
            <a:chOff x="-456087" y="-2624137"/>
            <a:chExt cx="12960000" cy="12953349"/>
          </a:xfrm>
        </p:grpSpPr>
        <p:cxnSp>
          <p:nvCxnSpPr>
            <p:cNvPr id="430" name="Gerader Verbinder 429">
              <a:extLst>
                <a:ext uri="{FF2B5EF4-FFF2-40B4-BE49-F238E27FC236}">
                  <a16:creationId xmlns:a16="http://schemas.microsoft.com/office/drawing/2014/main" id="{66CCAA6A-0FAC-4677-9FDB-6CB5EACB6BB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Gerader Verbinder 430">
              <a:extLst>
                <a:ext uri="{FF2B5EF4-FFF2-40B4-BE49-F238E27FC236}">
                  <a16:creationId xmlns:a16="http://schemas.microsoft.com/office/drawing/2014/main" id="{BAB8C188-F6EF-427B-AD2E-D63EFA6EAFF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Gerader Verbinder 431">
              <a:extLst>
                <a:ext uri="{FF2B5EF4-FFF2-40B4-BE49-F238E27FC236}">
                  <a16:creationId xmlns:a16="http://schemas.microsoft.com/office/drawing/2014/main" id="{C13730C7-8BC4-4D40-A0ED-EBC9DFC7C1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Gerader Verbinder 432">
              <a:extLst>
                <a:ext uri="{FF2B5EF4-FFF2-40B4-BE49-F238E27FC236}">
                  <a16:creationId xmlns:a16="http://schemas.microsoft.com/office/drawing/2014/main" id="{7A3DA41B-54DE-4100-9CED-AC9D97F7A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Gerader Verbinder 433">
              <a:extLst>
                <a:ext uri="{FF2B5EF4-FFF2-40B4-BE49-F238E27FC236}">
                  <a16:creationId xmlns:a16="http://schemas.microsoft.com/office/drawing/2014/main" id="{FE83D501-7457-4A93-A426-739E344A399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Gerader Verbinder 434">
              <a:extLst>
                <a:ext uri="{FF2B5EF4-FFF2-40B4-BE49-F238E27FC236}">
                  <a16:creationId xmlns:a16="http://schemas.microsoft.com/office/drawing/2014/main" id="{0970A863-7144-474E-9C47-9AE831C22FB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Gerader Verbinder 435">
              <a:extLst>
                <a:ext uri="{FF2B5EF4-FFF2-40B4-BE49-F238E27FC236}">
                  <a16:creationId xmlns:a16="http://schemas.microsoft.com/office/drawing/2014/main" id="{32B04F8E-EB88-429E-9774-FAD606ED634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Gerader Verbinder 436">
              <a:extLst>
                <a:ext uri="{FF2B5EF4-FFF2-40B4-BE49-F238E27FC236}">
                  <a16:creationId xmlns:a16="http://schemas.microsoft.com/office/drawing/2014/main" id="{60575029-015A-4F5D-A21E-A099FA1AAE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Gerader Verbinder 437">
              <a:extLst>
                <a:ext uri="{FF2B5EF4-FFF2-40B4-BE49-F238E27FC236}">
                  <a16:creationId xmlns:a16="http://schemas.microsoft.com/office/drawing/2014/main" id="{EFD1BAD5-6F85-43B5-9B4C-A0870B55E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Gerader Verbinder 438">
              <a:extLst>
                <a:ext uri="{FF2B5EF4-FFF2-40B4-BE49-F238E27FC236}">
                  <a16:creationId xmlns:a16="http://schemas.microsoft.com/office/drawing/2014/main" id="{1C407535-F27F-47EA-B3DD-F5BE10669701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Gerader Verbinder 439">
              <a:extLst>
                <a:ext uri="{FF2B5EF4-FFF2-40B4-BE49-F238E27FC236}">
                  <a16:creationId xmlns:a16="http://schemas.microsoft.com/office/drawing/2014/main" id="{B3345EEE-F3C9-4CC1-A000-52E25073CA9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Gerader Verbinder 440">
              <a:extLst>
                <a:ext uri="{FF2B5EF4-FFF2-40B4-BE49-F238E27FC236}">
                  <a16:creationId xmlns:a16="http://schemas.microsoft.com/office/drawing/2014/main" id="{B85B26B9-F7CC-462D-A670-EF502C342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Gerader Verbinder 441">
              <a:extLst>
                <a:ext uri="{FF2B5EF4-FFF2-40B4-BE49-F238E27FC236}">
                  <a16:creationId xmlns:a16="http://schemas.microsoft.com/office/drawing/2014/main" id="{5CF1DA37-D390-4FDF-9B44-81A93983BC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Gerader Verbinder 442">
              <a:extLst>
                <a:ext uri="{FF2B5EF4-FFF2-40B4-BE49-F238E27FC236}">
                  <a16:creationId xmlns:a16="http://schemas.microsoft.com/office/drawing/2014/main" id="{FB6F7FCA-E2CF-4A07-9D81-519BBF235A4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Gerader Verbinder 443">
              <a:extLst>
                <a:ext uri="{FF2B5EF4-FFF2-40B4-BE49-F238E27FC236}">
                  <a16:creationId xmlns:a16="http://schemas.microsoft.com/office/drawing/2014/main" id="{9D6005FF-7664-4646-AF85-8D801FDBD786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Gerader Verbinder 444">
              <a:extLst>
                <a:ext uri="{FF2B5EF4-FFF2-40B4-BE49-F238E27FC236}">
                  <a16:creationId xmlns:a16="http://schemas.microsoft.com/office/drawing/2014/main" id="{B4978674-C193-4BF7-A78A-00A4199B6B8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Gerader Verbinder 445">
              <a:extLst>
                <a:ext uri="{FF2B5EF4-FFF2-40B4-BE49-F238E27FC236}">
                  <a16:creationId xmlns:a16="http://schemas.microsoft.com/office/drawing/2014/main" id="{1FABBD7E-AB92-449B-9DA0-9C1D8F39A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Gerader Verbinder 446">
              <a:extLst>
                <a:ext uri="{FF2B5EF4-FFF2-40B4-BE49-F238E27FC236}">
                  <a16:creationId xmlns:a16="http://schemas.microsoft.com/office/drawing/2014/main" id="{CB13CE16-80D4-45C1-9DD6-E45D63502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Gerader Verbinder 447">
              <a:extLst>
                <a:ext uri="{FF2B5EF4-FFF2-40B4-BE49-F238E27FC236}">
                  <a16:creationId xmlns:a16="http://schemas.microsoft.com/office/drawing/2014/main" id="{D6FE9C8D-4634-4EB3-89A5-B262A282B1DD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Gerader Verbinder 448">
              <a:extLst>
                <a:ext uri="{FF2B5EF4-FFF2-40B4-BE49-F238E27FC236}">
                  <a16:creationId xmlns:a16="http://schemas.microsoft.com/office/drawing/2014/main" id="{7DB09129-757D-4BF3-839B-AA344865543E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Gerader Verbinder 449">
              <a:extLst>
                <a:ext uri="{FF2B5EF4-FFF2-40B4-BE49-F238E27FC236}">
                  <a16:creationId xmlns:a16="http://schemas.microsoft.com/office/drawing/2014/main" id="{0521FE31-24FD-4968-91F6-94C4975301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Gerader Verbinder 450">
              <a:extLst>
                <a:ext uri="{FF2B5EF4-FFF2-40B4-BE49-F238E27FC236}">
                  <a16:creationId xmlns:a16="http://schemas.microsoft.com/office/drawing/2014/main" id="{A04DA8E4-07B9-48E8-B7B6-014941869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Gerader Verbinder 451">
              <a:extLst>
                <a:ext uri="{FF2B5EF4-FFF2-40B4-BE49-F238E27FC236}">
                  <a16:creationId xmlns:a16="http://schemas.microsoft.com/office/drawing/2014/main" id="{92B10718-2497-48D8-AB6E-7A2522790FA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Gerader Verbinder 452">
              <a:extLst>
                <a:ext uri="{FF2B5EF4-FFF2-40B4-BE49-F238E27FC236}">
                  <a16:creationId xmlns:a16="http://schemas.microsoft.com/office/drawing/2014/main" id="{DDFCD46D-93BC-479B-ACB4-AA2AE3BE3BA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Gerader Verbinder 453">
              <a:extLst>
                <a:ext uri="{FF2B5EF4-FFF2-40B4-BE49-F238E27FC236}">
                  <a16:creationId xmlns:a16="http://schemas.microsoft.com/office/drawing/2014/main" id="{3693CBC2-7E16-443C-9064-1C7B7C9C1BD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Gerader Verbinder 454">
              <a:extLst>
                <a:ext uri="{FF2B5EF4-FFF2-40B4-BE49-F238E27FC236}">
                  <a16:creationId xmlns:a16="http://schemas.microsoft.com/office/drawing/2014/main" id="{35A39714-1C68-471B-97F2-4CF6F9A8E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Gerader Verbinder 455">
              <a:extLst>
                <a:ext uri="{FF2B5EF4-FFF2-40B4-BE49-F238E27FC236}">
                  <a16:creationId xmlns:a16="http://schemas.microsoft.com/office/drawing/2014/main" id="{3F1C6F14-64E9-4177-8F9F-CFF2B8A1E4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Gerader Verbinder 456">
              <a:extLst>
                <a:ext uri="{FF2B5EF4-FFF2-40B4-BE49-F238E27FC236}">
                  <a16:creationId xmlns:a16="http://schemas.microsoft.com/office/drawing/2014/main" id="{C9C31DEA-3D52-4CA0-97D5-E9B7C6AF0389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Gerader Verbinder 457">
              <a:extLst>
                <a:ext uri="{FF2B5EF4-FFF2-40B4-BE49-F238E27FC236}">
                  <a16:creationId xmlns:a16="http://schemas.microsoft.com/office/drawing/2014/main" id="{7434AB8A-8980-4B0F-B9A7-2E0BFAB919B4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Gerader Verbinder 458">
              <a:extLst>
                <a:ext uri="{FF2B5EF4-FFF2-40B4-BE49-F238E27FC236}">
                  <a16:creationId xmlns:a16="http://schemas.microsoft.com/office/drawing/2014/main" id="{159CA924-B3B7-4AF7-9B41-5F84CF2DC7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Gerader Verbinder 459">
              <a:extLst>
                <a:ext uri="{FF2B5EF4-FFF2-40B4-BE49-F238E27FC236}">
                  <a16:creationId xmlns:a16="http://schemas.microsoft.com/office/drawing/2014/main" id="{63790329-1593-4E1C-B124-D05A3E00C4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Gerader Verbinder 460">
              <a:extLst>
                <a:ext uri="{FF2B5EF4-FFF2-40B4-BE49-F238E27FC236}">
                  <a16:creationId xmlns:a16="http://schemas.microsoft.com/office/drawing/2014/main" id="{1D27C3C8-7E5B-4267-AFDB-E764B402B63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Gerader Verbinder 461">
              <a:extLst>
                <a:ext uri="{FF2B5EF4-FFF2-40B4-BE49-F238E27FC236}">
                  <a16:creationId xmlns:a16="http://schemas.microsoft.com/office/drawing/2014/main" id="{F21EB31F-F600-4E28-9681-9E49D0DDCAE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Gerader Verbinder 462">
              <a:extLst>
                <a:ext uri="{FF2B5EF4-FFF2-40B4-BE49-F238E27FC236}">
                  <a16:creationId xmlns:a16="http://schemas.microsoft.com/office/drawing/2014/main" id="{23A8B239-AA0B-48A6-A6FD-F37A722F440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Gerader Verbinder 463">
              <a:extLst>
                <a:ext uri="{FF2B5EF4-FFF2-40B4-BE49-F238E27FC236}">
                  <a16:creationId xmlns:a16="http://schemas.microsoft.com/office/drawing/2014/main" id="{9F278084-9055-4E96-8D45-664D48952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Gerader Verbinder 464">
              <a:extLst>
                <a:ext uri="{FF2B5EF4-FFF2-40B4-BE49-F238E27FC236}">
                  <a16:creationId xmlns:a16="http://schemas.microsoft.com/office/drawing/2014/main" id="{B2494FF5-32CF-4F00-B589-810BAF1B5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Gerader Verbinder 465">
              <a:extLst>
                <a:ext uri="{FF2B5EF4-FFF2-40B4-BE49-F238E27FC236}">
                  <a16:creationId xmlns:a16="http://schemas.microsoft.com/office/drawing/2014/main" id="{327E61C8-DD54-4BDA-8D59-A69DCFBF40D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Gerader Verbinder 466">
              <a:extLst>
                <a:ext uri="{FF2B5EF4-FFF2-40B4-BE49-F238E27FC236}">
                  <a16:creationId xmlns:a16="http://schemas.microsoft.com/office/drawing/2014/main" id="{BD5E2D38-E5B6-4419-AFFC-E33D37FCFF57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Gerader Verbinder 467">
              <a:extLst>
                <a:ext uri="{FF2B5EF4-FFF2-40B4-BE49-F238E27FC236}">
                  <a16:creationId xmlns:a16="http://schemas.microsoft.com/office/drawing/2014/main" id="{9232D85F-0787-4022-B16A-6BD4CE03E6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Gerader Verbinder 468">
              <a:extLst>
                <a:ext uri="{FF2B5EF4-FFF2-40B4-BE49-F238E27FC236}">
                  <a16:creationId xmlns:a16="http://schemas.microsoft.com/office/drawing/2014/main" id="{250F8383-FED2-42AF-BF7D-80D36D0F5A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Gerader Verbinder 469">
              <a:extLst>
                <a:ext uri="{FF2B5EF4-FFF2-40B4-BE49-F238E27FC236}">
                  <a16:creationId xmlns:a16="http://schemas.microsoft.com/office/drawing/2014/main" id="{9B18176D-2E13-444E-9CB3-6F20D807DB65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Gerader Verbinder 470">
              <a:extLst>
                <a:ext uri="{FF2B5EF4-FFF2-40B4-BE49-F238E27FC236}">
                  <a16:creationId xmlns:a16="http://schemas.microsoft.com/office/drawing/2014/main" id="{A292FC7E-821E-4B35-9324-C9CA2B4F1F4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Gerader Verbinder 471">
              <a:extLst>
                <a:ext uri="{FF2B5EF4-FFF2-40B4-BE49-F238E27FC236}">
                  <a16:creationId xmlns:a16="http://schemas.microsoft.com/office/drawing/2014/main" id="{9D45E1AB-C367-4FC6-9D1F-B4289D0B184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Gerader Verbinder 472">
              <a:extLst>
                <a:ext uri="{FF2B5EF4-FFF2-40B4-BE49-F238E27FC236}">
                  <a16:creationId xmlns:a16="http://schemas.microsoft.com/office/drawing/2014/main" id="{A2CF94FE-8D85-436D-8926-1547AD200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Gerader Verbinder 473">
              <a:extLst>
                <a:ext uri="{FF2B5EF4-FFF2-40B4-BE49-F238E27FC236}">
                  <a16:creationId xmlns:a16="http://schemas.microsoft.com/office/drawing/2014/main" id="{6E0DD421-EE62-4B8A-B875-52D80B6249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Gerader Verbinder 474">
              <a:extLst>
                <a:ext uri="{FF2B5EF4-FFF2-40B4-BE49-F238E27FC236}">
                  <a16:creationId xmlns:a16="http://schemas.microsoft.com/office/drawing/2014/main" id="{A9D8F684-0529-487E-9531-A0342CE6D25E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Gerader Verbinder 475">
              <a:extLst>
                <a:ext uri="{FF2B5EF4-FFF2-40B4-BE49-F238E27FC236}">
                  <a16:creationId xmlns:a16="http://schemas.microsoft.com/office/drawing/2014/main" id="{5420CBFD-5645-40B7-B7FD-EDB599F4A12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Gerader Verbinder 476">
              <a:extLst>
                <a:ext uri="{FF2B5EF4-FFF2-40B4-BE49-F238E27FC236}">
                  <a16:creationId xmlns:a16="http://schemas.microsoft.com/office/drawing/2014/main" id="{27E56347-2028-4184-866D-1D43B05B2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Gerader Verbinder 477">
              <a:extLst>
                <a:ext uri="{FF2B5EF4-FFF2-40B4-BE49-F238E27FC236}">
                  <a16:creationId xmlns:a16="http://schemas.microsoft.com/office/drawing/2014/main" id="{7EAD2439-DF1C-46CA-A826-9C0DCA7E9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Gerader Verbinder 478">
              <a:extLst>
                <a:ext uri="{FF2B5EF4-FFF2-40B4-BE49-F238E27FC236}">
                  <a16:creationId xmlns:a16="http://schemas.microsoft.com/office/drawing/2014/main" id="{47C1836D-1B8F-4B42-93A1-FCCF92A26BE3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Gerader Verbinder 479">
              <a:extLst>
                <a:ext uri="{FF2B5EF4-FFF2-40B4-BE49-F238E27FC236}">
                  <a16:creationId xmlns:a16="http://schemas.microsoft.com/office/drawing/2014/main" id="{A078B375-D03E-49CA-8BE7-1434CFC6131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Gerader Verbinder 480">
              <a:extLst>
                <a:ext uri="{FF2B5EF4-FFF2-40B4-BE49-F238E27FC236}">
                  <a16:creationId xmlns:a16="http://schemas.microsoft.com/office/drawing/2014/main" id="{81374684-DB47-46D0-AC5A-64485EF23AE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Gerader Verbinder 481">
              <a:extLst>
                <a:ext uri="{FF2B5EF4-FFF2-40B4-BE49-F238E27FC236}">
                  <a16:creationId xmlns:a16="http://schemas.microsoft.com/office/drawing/2014/main" id="{62EF0BFD-55D5-40D5-A2A8-E2C9719C2C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Gerader Verbinder 482">
              <a:extLst>
                <a:ext uri="{FF2B5EF4-FFF2-40B4-BE49-F238E27FC236}">
                  <a16:creationId xmlns:a16="http://schemas.microsoft.com/office/drawing/2014/main" id="{EBEE86D9-1B60-4BE9-90F3-BF8824294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Gerader Verbinder 483">
              <a:extLst>
                <a:ext uri="{FF2B5EF4-FFF2-40B4-BE49-F238E27FC236}">
                  <a16:creationId xmlns:a16="http://schemas.microsoft.com/office/drawing/2014/main" id="{1CEDD281-C83A-410A-849D-5D351AC6FCFB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Gerader Verbinder 484">
              <a:extLst>
                <a:ext uri="{FF2B5EF4-FFF2-40B4-BE49-F238E27FC236}">
                  <a16:creationId xmlns:a16="http://schemas.microsoft.com/office/drawing/2014/main" id="{731E87A1-79A1-4E52-B9E0-6ADD5F12A42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Gerader Verbinder 485">
              <a:extLst>
                <a:ext uri="{FF2B5EF4-FFF2-40B4-BE49-F238E27FC236}">
                  <a16:creationId xmlns:a16="http://schemas.microsoft.com/office/drawing/2014/main" id="{0525CBB7-004C-4B98-A375-2676DC6CE4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Gerader Verbinder 486">
              <a:extLst>
                <a:ext uri="{FF2B5EF4-FFF2-40B4-BE49-F238E27FC236}">
                  <a16:creationId xmlns:a16="http://schemas.microsoft.com/office/drawing/2014/main" id="{06E79AC9-6E25-4A8D-8C40-4BD7DE0B5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Gerader Verbinder 487">
              <a:extLst>
                <a:ext uri="{FF2B5EF4-FFF2-40B4-BE49-F238E27FC236}">
                  <a16:creationId xmlns:a16="http://schemas.microsoft.com/office/drawing/2014/main" id="{991C3B7E-A7C9-49B2-AA21-20C4AA30EAF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Gerader Verbinder 488">
              <a:extLst>
                <a:ext uri="{FF2B5EF4-FFF2-40B4-BE49-F238E27FC236}">
                  <a16:creationId xmlns:a16="http://schemas.microsoft.com/office/drawing/2014/main" id="{317A1161-4101-4AC1-9D2F-4D1DAE91592F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Gerader Verbinder 489">
              <a:extLst>
                <a:ext uri="{FF2B5EF4-FFF2-40B4-BE49-F238E27FC236}">
                  <a16:creationId xmlns:a16="http://schemas.microsoft.com/office/drawing/2014/main" id="{B6B7AEE9-24B7-4C2D-95BE-AF3ECD3DBF4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Gerader Verbinder 490">
              <a:extLst>
                <a:ext uri="{FF2B5EF4-FFF2-40B4-BE49-F238E27FC236}">
                  <a16:creationId xmlns:a16="http://schemas.microsoft.com/office/drawing/2014/main" id="{22B29824-4CCC-4674-9409-937E46BB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Gerader Verbinder 491">
              <a:extLst>
                <a:ext uri="{FF2B5EF4-FFF2-40B4-BE49-F238E27FC236}">
                  <a16:creationId xmlns:a16="http://schemas.microsoft.com/office/drawing/2014/main" id="{61F11633-6A7C-4DB9-A6ED-A7D618D50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r Verbinder 492">
              <a:extLst>
                <a:ext uri="{FF2B5EF4-FFF2-40B4-BE49-F238E27FC236}">
                  <a16:creationId xmlns:a16="http://schemas.microsoft.com/office/drawing/2014/main" id="{729CE1B7-541E-485E-BB3D-30F7B2AD00D4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Gerader Verbinder 493">
              <a:extLst>
                <a:ext uri="{FF2B5EF4-FFF2-40B4-BE49-F238E27FC236}">
                  <a16:creationId xmlns:a16="http://schemas.microsoft.com/office/drawing/2014/main" id="{DEC6355C-5E26-4794-8DF9-CF772C30CD6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Gerader Verbinder 494">
              <a:extLst>
                <a:ext uri="{FF2B5EF4-FFF2-40B4-BE49-F238E27FC236}">
                  <a16:creationId xmlns:a16="http://schemas.microsoft.com/office/drawing/2014/main" id="{539D472A-D5BA-499A-AF2B-106ED4389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Gerader Verbinder 495">
              <a:extLst>
                <a:ext uri="{FF2B5EF4-FFF2-40B4-BE49-F238E27FC236}">
                  <a16:creationId xmlns:a16="http://schemas.microsoft.com/office/drawing/2014/main" id="{1BFDA951-B767-4B86-9901-41BDFDDB9F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Gerader Verbinder 496">
              <a:extLst>
                <a:ext uri="{FF2B5EF4-FFF2-40B4-BE49-F238E27FC236}">
                  <a16:creationId xmlns:a16="http://schemas.microsoft.com/office/drawing/2014/main" id="{4213C10B-9D04-4CB3-A443-01F3E5EE6AF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Gerader Verbinder 497">
              <a:extLst>
                <a:ext uri="{FF2B5EF4-FFF2-40B4-BE49-F238E27FC236}">
                  <a16:creationId xmlns:a16="http://schemas.microsoft.com/office/drawing/2014/main" id="{11A904C4-FFF8-453C-B42F-D882F97FEC6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Gerader Verbinder 498">
              <a:extLst>
                <a:ext uri="{FF2B5EF4-FFF2-40B4-BE49-F238E27FC236}">
                  <a16:creationId xmlns:a16="http://schemas.microsoft.com/office/drawing/2014/main" id="{4019A41E-CAE7-4E83-801B-D31A04A1C35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Gerader Verbinder 499">
              <a:extLst>
                <a:ext uri="{FF2B5EF4-FFF2-40B4-BE49-F238E27FC236}">
                  <a16:creationId xmlns:a16="http://schemas.microsoft.com/office/drawing/2014/main" id="{01DFD841-715D-4DE9-8B59-9C5FE7E93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Gerader Verbinder 500">
              <a:extLst>
                <a:ext uri="{FF2B5EF4-FFF2-40B4-BE49-F238E27FC236}">
                  <a16:creationId xmlns:a16="http://schemas.microsoft.com/office/drawing/2014/main" id="{7E8E7020-62C0-498C-92C0-5B1B3ADDC1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Gerader Verbinder 501">
              <a:extLst>
                <a:ext uri="{FF2B5EF4-FFF2-40B4-BE49-F238E27FC236}">
                  <a16:creationId xmlns:a16="http://schemas.microsoft.com/office/drawing/2014/main" id="{9D2792CD-2927-4C7A-851C-B4AE0EF1EB02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Gerader Verbinder 502">
              <a:extLst>
                <a:ext uri="{FF2B5EF4-FFF2-40B4-BE49-F238E27FC236}">
                  <a16:creationId xmlns:a16="http://schemas.microsoft.com/office/drawing/2014/main" id="{5CB0404A-3C24-4B7A-9520-58572D82E82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Gerader Verbinder 503">
              <a:extLst>
                <a:ext uri="{FF2B5EF4-FFF2-40B4-BE49-F238E27FC236}">
                  <a16:creationId xmlns:a16="http://schemas.microsoft.com/office/drawing/2014/main" id="{6B0CBC0C-F9EF-491D-97B1-D078EDD77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Gerader Verbinder 504">
              <a:extLst>
                <a:ext uri="{FF2B5EF4-FFF2-40B4-BE49-F238E27FC236}">
                  <a16:creationId xmlns:a16="http://schemas.microsoft.com/office/drawing/2014/main" id="{5C0AB81C-05C3-4146-933E-55610F699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Gerader Verbinder 505">
              <a:extLst>
                <a:ext uri="{FF2B5EF4-FFF2-40B4-BE49-F238E27FC236}">
                  <a16:creationId xmlns:a16="http://schemas.microsoft.com/office/drawing/2014/main" id="{6371E421-62EA-4B48-9241-5ED2686805B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Gerader Verbinder 506">
              <a:extLst>
                <a:ext uri="{FF2B5EF4-FFF2-40B4-BE49-F238E27FC236}">
                  <a16:creationId xmlns:a16="http://schemas.microsoft.com/office/drawing/2014/main" id="{1F3499AE-F28D-4764-A8A0-011CBE91B11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Gerader Verbinder 507">
              <a:extLst>
                <a:ext uri="{FF2B5EF4-FFF2-40B4-BE49-F238E27FC236}">
                  <a16:creationId xmlns:a16="http://schemas.microsoft.com/office/drawing/2014/main" id="{1760D676-9AE7-482D-B1D2-C93E679BC0E4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Gerader Verbinder 508">
              <a:extLst>
                <a:ext uri="{FF2B5EF4-FFF2-40B4-BE49-F238E27FC236}">
                  <a16:creationId xmlns:a16="http://schemas.microsoft.com/office/drawing/2014/main" id="{9C1DFCC0-93F3-4B11-A79E-A20FA0E002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Gerader Verbinder 509">
              <a:extLst>
                <a:ext uri="{FF2B5EF4-FFF2-40B4-BE49-F238E27FC236}">
                  <a16:creationId xmlns:a16="http://schemas.microsoft.com/office/drawing/2014/main" id="{78F61D93-3F3C-475E-9A07-E278F8EAD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3" name="Gruppieren 922">
            <a:extLst>
              <a:ext uri="{FF2B5EF4-FFF2-40B4-BE49-F238E27FC236}">
                <a16:creationId xmlns:a16="http://schemas.microsoft.com/office/drawing/2014/main" id="{AE06C747-DB84-4D06-9886-1AD0AF10E122}"/>
              </a:ext>
            </a:extLst>
          </p:cNvPr>
          <p:cNvGrpSpPr/>
          <p:nvPr/>
        </p:nvGrpSpPr>
        <p:grpSpPr>
          <a:xfrm>
            <a:off x="-1164584" y="-241172"/>
            <a:ext cx="3730229" cy="3921995"/>
            <a:chOff x="-456087" y="-2624137"/>
            <a:chExt cx="12960000" cy="12953349"/>
          </a:xfrm>
        </p:grpSpPr>
        <p:cxnSp>
          <p:nvCxnSpPr>
            <p:cNvPr id="924" name="Gerader Verbinder 923">
              <a:extLst>
                <a:ext uri="{FF2B5EF4-FFF2-40B4-BE49-F238E27FC236}">
                  <a16:creationId xmlns:a16="http://schemas.microsoft.com/office/drawing/2014/main" id="{98AB00A9-46E0-4CA1-BE66-BD283DC4179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Gerader Verbinder 924">
              <a:extLst>
                <a:ext uri="{FF2B5EF4-FFF2-40B4-BE49-F238E27FC236}">
                  <a16:creationId xmlns:a16="http://schemas.microsoft.com/office/drawing/2014/main" id="{5DE80D34-1D49-42B9-97D9-2B5BDA1FC2F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Gerader Verbinder 925">
              <a:extLst>
                <a:ext uri="{FF2B5EF4-FFF2-40B4-BE49-F238E27FC236}">
                  <a16:creationId xmlns:a16="http://schemas.microsoft.com/office/drawing/2014/main" id="{D18539C7-D846-43CB-A232-CE7A5A05A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Gerader Verbinder 926">
              <a:extLst>
                <a:ext uri="{FF2B5EF4-FFF2-40B4-BE49-F238E27FC236}">
                  <a16:creationId xmlns:a16="http://schemas.microsoft.com/office/drawing/2014/main" id="{B7039249-F001-4913-AE35-3BF4C4F25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Gerader Verbinder 927">
              <a:extLst>
                <a:ext uri="{FF2B5EF4-FFF2-40B4-BE49-F238E27FC236}">
                  <a16:creationId xmlns:a16="http://schemas.microsoft.com/office/drawing/2014/main" id="{73325FC5-5F4A-46EB-A256-C27455E5DC3D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Gerader Verbinder 928">
              <a:extLst>
                <a:ext uri="{FF2B5EF4-FFF2-40B4-BE49-F238E27FC236}">
                  <a16:creationId xmlns:a16="http://schemas.microsoft.com/office/drawing/2014/main" id="{651BB17F-5B70-4A96-933D-00B54254CEB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Gerader Verbinder 929">
              <a:extLst>
                <a:ext uri="{FF2B5EF4-FFF2-40B4-BE49-F238E27FC236}">
                  <a16:creationId xmlns:a16="http://schemas.microsoft.com/office/drawing/2014/main" id="{3AD6AF99-F64B-4325-9007-F3A9D9A7ABB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Gerader Verbinder 930">
              <a:extLst>
                <a:ext uri="{FF2B5EF4-FFF2-40B4-BE49-F238E27FC236}">
                  <a16:creationId xmlns:a16="http://schemas.microsoft.com/office/drawing/2014/main" id="{69B88B9B-17AC-4A7F-AFA6-B6399F2A1A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Gerader Verbinder 931">
              <a:extLst>
                <a:ext uri="{FF2B5EF4-FFF2-40B4-BE49-F238E27FC236}">
                  <a16:creationId xmlns:a16="http://schemas.microsoft.com/office/drawing/2014/main" id="{563EE719-C9C7-43A0-8D48-B6BB95533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Gerader Verbinder 932">
              <a:extLst>
                <a:ext uri="{FF2B5EF4-FFF2-40B4-BE49-F238E27FC236}">
                  <a16:creationId xmlns:a16="http://schemas.microsoft.com/office/drawing/2014/main" id="{C0E39CD3-B597-42D8-BEF4-249FD8436BF5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Gerader Verbinder 933">
              <a:extLst>
                <a:ext uri="{FF2B5EF4-FFF2-40B4-BE49-F238E27FC236}">
                  <a16:creationId xmlns:a16="http://schemas.microsoft.com/office/drawing/2014/main" id="{E6A5AC52-5B9D-4C9C-BA52-AD1BC021BDE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Gerader Verbinder 934">
              <a:extLst>
                <a:ext uri="{FF2B5EF4-FFF2-40B4-BE49-F238E27FC236}">
                  <a16:creationId xmlns:a16="http://schemas.microsoft.com/office/drawing/2014/main" id="{BDE42CAF-0421-4B3E-8644-6074851D5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Gerader Verbinder 935">
              <a:extLst>
                <a:ext uri="{FF2B5EF4-FFF2-40B4-BE49-F238E27FC236}">
                  <a16:creationId xmlns:a16="http://schemas.microsoft.com/office/drawing/2014/main" id="{7587042B-0B35-4F9D-8D0B-72368CC6D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Gerader Verbinder 936">
              <a:extLst>
                <a:ext uri="{FF2B5EF4-FFF2-40B4-BE49-F238E27FC236}">
                  <a16:creationId xmlns:a16="http://schemas.microsoft.com/office/drawing/2014/main" id="{F710E922-EC7F-4F0C-A928-E933DE3FDC6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Gerader Verbinder 937">
              <a:extLst>
                <a:ext uri="{FF2B5EF4-FFF2-40B4-BE49-F238E27FC236}">
                  <a16:creationId xmlns:a16="http://schemas.microsoft.com/office/drawing/2014/main" id="{146D9C29-9067-4F12-8AC0-F5C42D0E89E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Gerader Verbinder 938">
              <a:extLst>
                <a:ext uri="{FF2B5EF4-FFF2-40B4-BE49-F238E27FC236}">
                  <a16:creationId xmlns:a16="http://schemas.microsoft.com/office/drawing/2014/main" id="{4D28B050-72FF-462D-82DA-077643ECA9B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Gerader Verbinder 939">
              <a:extLst>
                <a:ext uri="{FF2B5EF4-FFF2-40B4-BE49-F238E27FC236}">
                  <a16:creationId xmlns:a16="http://schemas.microsoft.com/office/drawing/2014/main" id="{785BA0FD-7DF9-4BCE-BFB3-F262FA2C88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Gerader Verbinder 940">
              <a:extLst>
                <a:ext uri="{FF2B5EF4-FFF2-40B4-BE49-F238E27FC236}">
                  <a16:creationId xmlns:a16="http://schemas.microsoft.com/office/drawing/2014/main" id="{0ABC97CD-69BD-4C59-A5B1-2A4A3A5848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Gerader Verbinder 941">
              <a:extLst>
                <a:ext uri="{FF2B5EF4-FFF2-40B4-BE49-F238E27FC236}">
                  <a16:creationId xmlns:a16="http://schemas.microsoft.com/office/drawing/2014/main" id="{F27F1EE8-E527-4AE0-AF9C-343094EEC8ED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Gerader Verbinder 942">
              <a:extLst>
                <a:ext uri="{FF2B5EF4-FFF2-40B4-BE49-F238E27FC236}">
                  <a16:creationId xmlns:a16="http://schemas.microsoft.com/office/drawing/2014/main" id="{0212467D-EF43-4B7B-A6B0-2E26F37C107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Gerader Verbinder 943">
              <a:extLst>
                <a:ext uri="{FF2B5EF4-FFF2-40B4-BE49-F238E27FC236}">
                  <a16:creationId xmlns:a16="http://schemas.microsoft.com/office/drawing/2014/main" id="{B4E94996-C826-477B-B030-0F8899978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Gerader Verbinder 944">
              <a:extLst>
                <a:ext uri="{FF2B5EF4-FFF2-40B4-BE49-F238E27FC236}">
                  <a16:creationId xmlns:a16="http://schemas.microsoft.com/office/drawing/2014/main" id="{56D1D16B-76BB-41AD-B9B9-5459751F6C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Gerader Verbinder 945">
              <a:extLst>
                <a:ext uri="{FF2B5EF4-FFF2-40B4-BE49-F238E27FC236}">
                  <a16:creationId xmlns:a16="http://schemas.microsoft.com/office/drawing/2014/main" id="{A43D8902-37FD-4CF3-94A5-4FEC172B471F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Gerader Verbinder 946">
              <a:extLst>
                <a:ext uri="{FF2B5EF4-FFF2-40B4-BE49-F238E27FC236}">
                  <a16:creationId xmlns:a16="http://schemas.microsoft.com/office/drawing/2014/main" id="{BA854664-AB7F-4A26-A2A2-D7D7CCFD258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Gerader Verbinder 947">
              <a:extLst>
                <a:ext uri="{FF2B5EF4-FFF2-40B4-BE49-F238E27FC236}">
                  <a16:creationId xmlns:a16="http://schemas.microsoft.com/office/drawing/2014/main" id="{277DDF6D-72BF-4C8E-889F-AAD07AA1FAA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Gerader Verbinder 948">
              <a:extLst>
                <a:ext uri="{FF2B5EF4-FFF2-40B4-BE49-F238E27FC236}">
                  <a16:creationId xmlns:a16="http://schemas.microsoft.com/office/drawing/2014/main" id="{68214FB7-8FBA-40DD-9E2B-CB5D4D77A6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Gerader Verbinder 949">
              <a:extLst>
                <a:ext uri="{FF2B5EF4-FFF2-40B4-BE49-F238E27FC236}">
                  <a16:creationId xmlns:a16="http://schemas.microsoft.com/office/drawing/2014/main" id="{B44F4443-5A98-442A-BEBF-B65866033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Gerader Verbinder 950">
              <a:extLst>
                <a:ext uri="{FF2B5EF4-FFF2-40B4-BE49-F238E27FC236}">
                  <a16:creationId xmlns:a16="http://schemas.microsoft.com/office/drawing/2014/main" id="{26394847-2E5D-4185-ABA2-CC77C158DD65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Gerader Verbinder 951">
              <a:extLst>
                <a:ext uri="{FF2B5EF4-FFF2-40B4-BE49-F238E27FC236}">
                  <a16:creationId xmlns:a16="http://schemas.microsoft.com/office/drawing/2014/main" id="{1CB38309-B8B1-4563-80B4-2D415B29F11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Gerader Verbinder 952">
              <a:extLst>
                <a:ext uri="{FF2B5EF4-FFF2-40B4-BE49-F238E27FC236}">
                  <a16:creationId xmlns:a16="http://schemas.microsoft.com/office/drawing/2014/main" id="{78944EEA-A902-45BC-8AFD-9A4540411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Gerader Verbinder 953">
              <a:extLst>
                <a:ext uri="{FF2B5EF4-FFF2-40B4-BE49-F238E27FC236}">
                  <a16:creationId xmlns:a16="http://schemas.microsoft.com/office/drawing/2014/main" id="{F74EF105-8BD7-40C4-AFB2-AC4AF9281D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Gerader Verbinder 955">
              <a:extLst>
                <a:ext uri="{FF2B5EF4-FFF2-40B4-BE49-F238E27FC236}">
                  <a16:creationId xmlns:a16="http://schemas.microsoft.com/office/drawing/2014/main" id="{EDA4631D-47E8-4865-B936-8FF390727E7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Gerader Verbinder 956">
              <a:extLst>
                <a:ext uri="{FF2B5EF4-FFF2-40B4-BE49-F238E27FC236}">
                  <a16:creationId xmlns:a16="http://schemas.microsoft.com/office/drawing/2014/main" id="{9693D6AB-EC94-42CA-9611-674152F1340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Gerader Verbinder 957">
              <a:extLst>
                <a:ext uri="{FF2B5EF4-FFF2-40B4-BE49-F238E27FC236}">
                  <a16:creationId xmlns:a16="http://schemas.microsoft.com/office/drawing/2014/main" id="{B1CEC0C0-4A49-43B0-983B-8E346213AA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Gerader Verbinder 958">
              <a:extLst>
                <a:ext uri="{FF2B5EF4-FFF2-40B4-BE49-F238E27FC236}">
                  <a16:creationId xmlns:a16="http://schemas.microsoft.com/office/drawing/2014/main" id="{F26D5BCE-21EB-4C11-B39A-54A2A03043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Gerader Verbinder 959">
              <a:extLst>
                <a:ext uri="{FF2B5EF4-FFF2-40B4-BE49-F238E27FC236}">
                  <a16:creationId xmlns:a16="http://schemas.microsoft.com/office/drawing/2014/main" id="{C39D66E6-94DE-4428-9BDA-27C879F052DE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Gerader Verbinder 961">
              <a:extLst>
                <a:ext uri="{FF2B5EF4-FFF2-40B4-BE49-F238E27FC236}">
                  <a16:creationId xmlns:a16="http://schemas.microsoft.com/office/drawing/2014/main" id="{6DF32CD5-2FFB-4F79-AB17-22F3BD7EE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Gerader Verbinder 962">
              <a:extLst>
                <a:ext uri="{FF2B5EF4-FFF2-40B4-BE49-F238E27FC236}">
                  <a16:creationId xmlns:a16="http://schemas.microsoft.com/office/drawing/2014/main" id="{B05FA882-3696-42B8-9F3B-2B67DDA02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Gerader Verbinder 964">
              <a:extLst>
                <a:ext uri="{FF2B5EF4-FFF2-40B4-BE49-F238E27FC236}">
                  <a16:creationId xmlns:a16="http://schemas.microsoft.com/office/drawing/2014/main" id="{AAA0ADE5-6CC8-4708-854D-6EA042338A5D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Gerader Verbinder 965">
              <a:extLst>
                <a:ext uri="{FF2B5EF4-FFF2-40B4-BE49-F238E27FC236}">
                  <a16:creationId xmlns:a16="http://schemas.microsoft.com/office/drawing/2014/main" id="{FC87D811-E446-47A3-833B-6D04DE8E15A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Gerader Verbinder 966">
              <a:extLst>
                <a:ext uri="{FF2B5EF4-FFF2-40B4-BE49-F238E27FC236}">
                  <a16:creationId xmlns:a16="http://schemas.microsoft.com/office/drawing/2014/main" id="{3B96FA55-17EF-4358-810C-4DFBA07998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Gerader Verbinder 967">
              <a:extLst>
                <a:ext uri="{FF2B5EF4-FFF2-40B4-BE49-F238E27FC236}">
                  <a16:creationId xmlns:a16="http://schemas.microsoft.com/office/drawing/2014/main" id="{74DF519F-A24B-4EFD-9349-E3CB5B3281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Gerader Verbinder 968">
              <a:extLst>
                <a:ext uri="{FF2B5EF4-FFF2-40B4-BE49-F238E27FC236}">
                  <a16:creationId xmlns:a16="http://schemas.microsoft.com/office/drawing/2014/main" id="{2C8A3A31-FCC4-46CE-BA29-B4382B647EB7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Gerader Verbinder 970">
              <a:extLst>
                <a:ext uri="{FF2B5EF4-FFF2-40B4-BE49-F238E27FC236}">
                  <a16:creationId xmlns:a16="http://schemas.microsoft.com/office/drawing/2014/main" id="{F8BC39A7-6396-4721-B83D-D5C2611301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Gerader Verbinder 971">
              <a:extLst>
                <a:ext uri="{FF2B5EF4-FFF2-40B4-BE49-F238E27FC236}">
                  <a16:creationId xmlns:a16="http://schemas.microsoft.com/office/drawing/2014/main" id="{826D4D91-B42C-42F9-AC6A-B2ED667B6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Gerader Verbinder 973">
              <a:extLst>
                <a:ext uri="{FF2B5EF4-FFF2-40B4-BE49-F238E27FC236}">
                  <a16:creationId xmlns:a16="http://schemas.microsoft.com/office/drawing/2014/main" id="{F691AC9E-37B6-454A-A909-EE984334D36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Gerader Verbinder 974">
              <a:extLst>
                <a:ext uri="{FF2B5EF4-FFF2-40B4-BE49-F238E27FC236}">
                  <a16:creationId xmlns:a16="http://schemas.microsoft.com/office/drawing/2014/main" id="{AA6E3A1C-0D98-4441-B039-C1F97992A60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Gerader Verbinder 975">
              <a:extLst>
                <a:ext uri="{FF2B5EF4-FFF2-40B4-BE49-F238E27FC236}">
                  <a16:creationId xmlns:a16="http://schemas.microsoft.com/office/drawing/2014/main" id="{E4DBC490-774F-440F-9B5B-DD411E55E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Gerader Verbinder 976">
              <a:extLst>
                <a:ext uri="{FF2B5EF4-FFF2-40B4-BE49-F238E27FC236}">
                  <a16:creationId xmlns:a16="http://schemas.microsoft.com/office/drawing/2014/main" id="{B680F8E5-CE94-42B7-B60F-6CD151A5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Gerader Verbinder 977">
              <a:extLst>
                <a:ext uri="{FF2B5EF4-FFF2-40B4-BE49-F238E27FC236}">
                  <a16:creationId xmlns:a16="http://schemas.microsoft.com/office/drawing/2014/main" id="{9C78D384-D4C1-48DB-9652-1472FACB3211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Gerader Verbinder 978">
              <a:extLst>
                <a:ext uri="{FF2B5EF4-FFF2-40B4-BE49-F238E27FC236}">
                  <a16:creationId xmlns:a16="http://schemas.microsoft.com/office/drawing/2014/main" id="{35FAA1C1-80D6-45E7-AB36-C38F98E8184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Gerader Verbinder 979">
              <a:extLst>
                <a:ext uri="{FF2B5EF4-FFF2-40B4-BE49-F238E27FC236}">
                  <a16:creationId xmlns:a16="http://schemas.microsoft.com/office/drawing/2014/main" id="{248AB1D9-4D02-485C-B3F9-790BDE2E8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Gerader Verbinder 980">
              <a:extLst>
                <a:ext uri="{FF2B5EF4-FFF2-40B4-BE49-F238E27FC236}">
                  <a16:creationId xmlns:a16="http://schemas.microsoft.com/office/drawing/2014/main" id="{B8762345-40AF-478F-A8DF-AE6184D9D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Gerader Verbinder 981">
              <a:extLst>
                <a:ext uri="{FF2B5EF4-FFF2-40B4-BE49-F238E27FC236}">
                  <a16:creationId xmlns:a16="http://schemas.microsoft.com/office/drawing/2014/main" id="{915ACFD9-90F0-43F2-A5A2-086794FB3A5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Gerader Verbinder 982">
              <a:extLst>
                <a:ext uri="{FF2B5EF4-FFF2-40B4-BE49-F238E27FC236}">
                  <a16:creationId xmlns:a16="http://schemas.microsoft.com/office/drawing/2014/main" id="{60E816CF-FC2A-4AF6-8214-09D2E95410F9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Gerader Verbinder 983">
              <a:extLst>
                <a:ext uri="{FF2B5EF4-FFF2-40B4-BE49-F238E27FC236}">
                  <a16:creationId xmlns:a16="http://schemas.microsoft.com/office/drawing/2014/main" id="{D3FCC5F8-5AEF-4D53-AA6D-FBE033DCA93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Gerader Verbinder 984">
              <a:extLst>
                <a:ext uri="{FF2B5EF4-FFF2-40B4-BE49-F238E27FC236}">
                  <a16:creationId xmlns:a16="http://schemas.microsoft.com/office/drawing/2014/main" id="{2978EADF-489A-4209-9EDD-0299E04D5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Gerader Verbinder 985">
              <a:extLst>
                <a:ext uri="{FF2B5EF4-FFF2-40B4-BE49-F238E27FC236}">
                  <a16:creationId xmlns:a16="http://schemas.microsoft.com/office/drawing/2014/main" id="{621699F3-E6EF-4E44-A840-BDDC19F636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Gerader Verbinder 986">
              <a:extLst>
                <a:ext uri="{FF2B5EF4-FFF2-40B4-BE49-F238E27FC236}">
                  <a16:creationId xmlns:a16="http://schemas.microsoft.com/office/drawing/2014/main" id="{C29A6733-4445-4DDD-865C-337E228A538A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Gerader Verbinder 987">
              <a:extLst>
                <a:ext uri="{FF2B5EF4-FFF2-40B4-BE49-F238E27FC236}">
                  <a16:creationId xmlns:a16="http://schemas.microsoft.com/office/drawing/2014/main" id="{34909E7C-607C-44E6-AD28-BA605D1842F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Gerader Verbinder 988">
              <a:extLst>
                <a:ext uri="{FF2B5EF4-FFF2-40B4-BE49-F238E27FC236}">
                  <a16:creationId xmlns:a16="http://schemas.microsoft.com/office/drawing/2014/main" id="{D039A218-3E1E-43B4-B005-EC4A061D6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Gerader Verbinder 989">
              <a:extLst>
                <a:ext uri="{FF2B5EF4-FFF2-40B4-BE49-F238E27FC236}">
                  <a16:creationId xmlns:a16="http://schemas.microsoft.com/office/drawing/2014/main" id="{C6F4B898-97D5-49A7-A4E3-661FBAE9F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Gerader Verbinder 990">
              <a:extLst>
                <a:ext uri="{FF2B5EF4-FFF2-40B4-BE49-F238E27FC236}">
                  <a16:creationId xmlns:a16="http://schemas.microsoft.com/office/drawing/2014/main" id="{27B600BF-7F0D-42B9-95E1-EA103382303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Gerader Verbinder 991">
              <a:extLst>
                <a:ext uri="{FF2B5EF4-FFF2-40B4-BE49-F238E27FC236}">
                  <a16:creationId xmlns:a16="http://schemas.microsoft.com/office/drawing/2014/main" id="{685FDC75-E51D-4F9D-ADCD-FFD5602D30A8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Gerader Verbinder 992">
              <a:extLst>
                <a:ext uri="{FF2B5EF4-FFF2-40B4-BE49-F238E27FC236}">
                  <a16:creationId xmlns:a16="http://schemas.microsoft.com/office/drawing/2014/main" id="{3DCE663D-D87D-424E-B449-21300CA3809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Gerader Verbinder 993">
              <a:extLst>
                <a:ext uri="{FF2B5EF4-FFF2-40B4-BE49-F238E27FC236}">
                  <a16:creationId xmlns:a16="http://schemas.microsoft.com/office/drawing/2014/main" id="{9825A5C2-4990-41D6-974E-90D381E9F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Gerader Verbinder 994">
              <a:extLst>
                <a:ext uri="{FF2B5EF4-FFF2-40B4-BE49-F238E27FC236}">
                  <a16:creationId xmlns:a16="http://schemas.microsoft.com/office/drawing/2014/main" id="{DC71783F-A942-48E1-8D44-61B6FE6E13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Gerader Verbinder 995">
              <a:extLst>
                <a:ext uri="{FF2B5EF4-FFF2-40B4-BE49-F238E27FC236}">
                  <a16:creationId xmlns:a16="http://schemas.microsoft.com/office/drawing/2014/main" id="{AC6B7D22-4E64-467D-9814-515BF927F402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Gerader Verbinder 996">
              <a:extLst>
                <a:ext uri="{FF2B5EF4-FFF2-40B4-BE49-F238E27FC236}">
                  <a16:creationId xmlns:a16="http://schemas.microsoft.com/office/drawing/2014/main" id="{37F2EDB5-4D09-444D-BB4C-7F69190E7BA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Gerader Verbinder 997">
              <a:extLst>
                <a:ext uri="{FF2B5EF4-FFF2-40B4-BE49-F238E27FC236}">
                  <a16:creationId xmlns:a16="http://schemas.microsoft.com/office/drawing/2014/main" id="{7E8C8B62-2EA7-438F-9AE5-4CF65B6901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Gerader Verbinder 998">
              <a:extLst>
                <a:ext uri="{FF2B5EF4-FFF2-40B4-BE49-F238E27FC236}">
                  <a16:creationId xmlns:a16="http://schemas.microsoft.com/office/drawing/2014/main" id="{A4F909E5-9C56-4020-AF49-4950CC3E70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Gerader Verbinder 999">
              <a:extLst>
                <a:ext uri="{FF2B5EF4-FFF2-40B4-BE49-F238E27FC236}">
                  <a16:creationId xmlns:a16="http://schemas.microsoft.com/office/drawing/2014/main" id="{744D7661-199D-4FF0-A2B2-3D0ACB8BC13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Gerader Verbinder 1000">
              <a:extLst>
                <a:ext uri="{FF2B5EF4-FFF2-40B4-BE49-F238E27FC236}">
                  <a16:creationId xmlns:a16="http://schemas.microsoft.com/office/drawing/2014/main" id="{60379F39-4921-4656-90A7-C8BE9DF4B0E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Gerader Verbinder 1001">
              <a:extLst>
                <a:ext uri="{FF2B5EF4-FFF2-40B4-BE49-F238E27FC236}">
                  <a16:creationId xmlns:a16="http://schemas.microsoft.com/office/drawing/2014/main" id="{336951BE-2570-49FA-A488-05240A2BF34B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Gerader Verbinder 1002">
              <a:extLst>
                <a:ext uri="{FF2B5EF4-FFF2-40B4-BE49-F238E27FC236}">
                  <a16:creationId xmlns:a16="http://schemas.microsoft.com/office/drawing/2014/main" id="{3789F380-E03C-4741-B168-1F083E7CA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Gerader Verbinder 1003">
              <a:extLst>
                <a:ext uri="{FF2B5EF4-FFF2-40B4-BE49-F238E27FC236}">
                  <a16:creationId xmlns:a16="http://schemas.microsoft.com/office/drawing/2014/main" id="{FC1ED9EF-5C26-4CCD-9A93-061827E68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5" name="Gruppieren 1004">
            <a:extLst>
              <a:ext uri="{FF2B5EF4-FFF2-40B4-BE49-F238E27FC236}">
                <a16:creationId xmlns:a16="http://schemas.microsoft.com/office/drawing/2014/main" id="{0714AC4F-3352-4116-B02A-955BB81B90C9}"/>
              </a:ext>
            </a:extLst>
          </p:cNvPr>
          <p:cNvGrpSpPr/>
          <p:nvPr/>
        </p:nvGrpSpPr>
        <p:grpSpPr>
          <a:xfrm>
            <a:off x="2563893" y="-240611"/>
            <a:ext cx="3730229" cy="3921995"/>
            <a:chOff x="-456087" y="-2624137"/>
            <a:chExt cx="12960000" cy="12953349"/>
          </a:xfrm>
        </p:grpSpPr>
        <p:cxnSp>
          <p:nvCxnSpPr>
            <p:cNvPr id="1006" name="Gerader Verbinder 1005">
              <a:extLst>
                <a:ext uri="{FF2B5EF4-FFF2-40B4-BE49-F238E27FC236}">
                  <a16:creationId xmlns:a16="http://schemas.microsoft.com/office/drawing/2014/main" id="{A539B5C6-BC1F-48C7-B201-223A52E92AC2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Gerader Verbinder 1006">
              <a:extLst>
                <a:ext uri="{FF2B5EF4-FFF2-40B4-BE49-F238E27FC236}">
                  <a16:creationId xmlns:a16="http://schemas.microsoft.com/office/drawing/2014/main" id="{1A944740-7E90-43CB-87A6-2E278958D73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Gerader Verbinder 1007">
              <a:extLst>
                <a:ext uri="{FF2B5EF4-FFF2-40B4-BE49-F238E27FC236}">
                  <a16:creationId xmlns:a16="http://schemas.microsoft.com/office/drawing/2014/main" id="{E2EDC1C7-D057-4DCA-9370-39D94B0F8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Gerader Verbinder 1008">
              <a:extLst>
                <a:ext uri="{FF2B5EF4-FFF2-40B4-BE49-F238E27FC236}">
                  <a16:creationId xmlns:a16="http://schemas.microsoft.com/office/drawing/2014/main" id="{8BF336FC-7BB5-4488-A2AC-48A3C1E2C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Gerader Verbinder 1009">
              <a:extLst>
                <a:ext uri="{FF2B5EF4-FFF2-40B4-BE49-F238E27FC236}">
                  <a16:creationId xmlns:a16="http://schemas.microsoft.com/office/drawing/2014/main" id="{8EE48034-FFAD-4F92-8A1B-DD8A94C95E1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Gerader Verbinder 1010">
              <a:extLst>
                <a:ext uri="{FF2B5EF4-FFF2-40B4-BE49-F238E27FC236}">
                  <a16:creationId xmlns:a16="http://schemas.microsoft.com/office/drawing/2014/main" id="{97C6FE24-ED9C-47DA-B78C-1A2BE0C8CD55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Gerader Verbinder 1011">
              <a:extLst>
                <a:ext uri="{FF2B5EF4-FFF2-40B4-BE49-F238E27FC236}">
                  <a16:creationId xmlns:a16="http://schemas.microsoft.com/office/drawing/2014/main" id="{50608227-9A9D-4CDE-A882-3FC3E3995B0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Gerader Verbinder 1012">
              <a:extLst>
                <a:ext uri="{FF2B5EF4-FFF2-40B4-BE49-F238E27FC236}">
                  <a16:creationId xmlns:a16="http://schemas.microsoft.com/office/drawing/2014/main" id="{402F04CB-BAF4-4BF1-B2AE-48F3350C35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Gerader Verbinder 1013">
              <a:extLst>
                <a:ext uri="{FF2B5EF4-FFF2-40B4-BE49-F238E27FC236}">
                  <a16:creationId xmlns:a16="http://schemas.microsoft.com/office/drawing/2014/main" id="{9577667A-89D1-490D-9FAE-FF50ABFE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Gerader Verbinder 1014">
              <a:extLst>
                <a:ext uri="{FF2B5EF4-FFF2-40B4-BE49-F238E27FC236}">
                  <a16:creationId xmlns:a16="http://schemas.microsoft.com/office/drawing/2014/main" id="{39ED4364-4A8B-4521-9AB4-D3807DB9A53F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Gerader Verbinder 1015">
              <a:extLst>
                <a:ext uri="{FF2B5EF4-FFF2-40B4-BE49-F238E27FC236}">
                  <a16:creationId xmlns:a16="http://schemas.microsoft.com/office/drawing/2014/main" id="{43DFD9E7-B5A1-4EBE-9B3A-7BFF5531768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Gerader Verbinder 1016">
              <a:extLst>
                <a:ext uri="{FF2B5EF4-FFF2-40B4-BE49-F238E27FC236}">
                  <a16:creationId xmlns:a16="http://schemas.microsoft.com/office/drawing/2014/main" id="{C5532F01-78B1-4E26-8FE2-EC8DB1DB6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Gerader Verbinder 1017">
              <a:extLst>
                <a:ext uri="{FF2B5EF4-FFF2-40B4-BE49-F238E27FC236}">
                  <a16:creationId xmlns:a16="http://schemas.microsoft.com/office/drawing/2014/main" id="{270F5D69-453F-41E6-8BA6-803CD1ED50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Gerader Verbinder 1018">
              <a:extLst>
                <a:ext uri="{FF2B5EF4-FFF2-40B4-BE49-F238E27FC236}">
                  <a16:creationId xmlns:a16="http://schemas.microsoft.com/office/drawing/2014/main" id="{20277976-5ECE-4E5B-A83E-66B70593BF8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Gerader Verbinder 1019">
              <a:extLst>
                <a:ext uri="{FF2B5EF4-FFF2-40B4-BE49-F238E27FC236}">
                  <a16:creationId xmlns:a16="http://schemas.microsoft.com/office/drawing/2014/main" id="{44B5D14F-B93E-4EF7-80CF-6BF3A2D0E9C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Gerader Verbinder 1020">
              <a:extLst>
                <a:ext uri="{FF2B5EF4-FFF2-40B4-BE49-F238E27FC236}">
                  <a16:creationId xmlns:a16="http://schemas.microsoft.com/office/drawing/2014/main" id="{5D068BFC-4C5F-47AC-A93F-D7046578284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Gerader Verbinder 1021">
              <a:extLst>
                <a:ext uri="{FF2B5EF4-FFF2-40B4-BE49-F238E27FC236}">
                  <a16:creationId xmlns:a16="http://schemas.microsoft.com/office/drawing/2014/main" id="{A217E228-F51D-42B2-B919-B96FEE570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Gerader Verbinder 1022">
              <a:extLst>
                <a:ext uri="{FF2B5EF4-FFF2-40B4-BE49-F238E27FC236}">
                  <a16:creationId xmlns:a16="http://schemas.microsoft.com/office/drawing/2014/main" id="{2C05F274-4D51-4C1E-8524-3977A111B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Gerader Verbinder 1023">
              <a:extLst>
                <a:ext uri="{FF2B5EF4-FFF2-40B4-BE49-F238E27FC236}">
                  <a16:creationId xmlns:a16="http://schemas.microsoft.com/office/drawing/2014/main" id="{C185959B-0A2D-47D6-8E3C-B0F03ABDD7DE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Gerader Verbinder 1024">
              <a:extLst>
                <a:ext uri="{FF2B5EF4-FFF2-40B4-BE49-F238E27FC236}">
                  <a16:creationId xmlns:a16="http://schemas.microsoft.com/office/drawing/2014/main" id="{656425F5-204A-4E7B-8BC5-1D3D82CB6E07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Gerader Verbinder 1025">
              <a:extLst>
                <a:ext uri="{FF2B5EF4-FFF2-40B4-BE49-F238E27FC236}">
                  <a16:creationId xmlns:a16="http://schemas.microsoft.com/office/drawing/2014/main" id="{0152655D-B0B4-4F40-9723-B55029253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Gerader Verbinder 1026">
              <a:extLst>
                <a:ext uri="{FF2B5EF4-FFF2-40B4-BE49-F238E27FC236}">
                  <a16:creationId xmlns:a16="http://schemas.microsoft.com/office/drawing/2014/main" id="{C960C010-7FC1-479D-A7C5-BD5A50A8FF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Gerader Verbinder 1027">
              <a:extLst>
                <a:ext uri="{FF2B5EF4-FFF2-40B4-BE49-F238E27FC236}">
                  <a16:creationId xmlns:a16="http://schemas.microsoft.com/office/drawing/2014/main" id="{D073F118-AF13-4707-BD61-5845765046B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Gerader Verbinder 1028">
              <a:extLst>
                <a:ext uri="{FF2B5EF4-FFF2-40B4-BE49-F238E27FC236}">
                  <a16:creationId xmlns:a16="http://schemas.microsoft.com/office/drawing/2014/main" id="{263DEA04-74A5-4480-9772-CEE75D9A1E1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Gerader Verbinder 1029">
              <a:extLst>
                <a:ext uri="{FF2B5EF4-FFF2-40B4-BE49-F238E27FC236}">
                  <a16:creationId xmlns:a16="http://schemas.microsoft.com/office/drawing/2014/main" id="{41753B2D-F520-47BD-8BDC-59A85802F47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Gerader Verbinder 1030">
              <a:extLst>
                <a:ext uri="{FF2B5EF4-FFF2-40B4-BE49-F238E27FC236}">
                  <a16:creationId xmlns:a16="http://schemas.microsoft.com/office/drawing/2014/main" id="{7ACEDD9F-8EA2-40F7-B0A1-E5BE7BA8F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Gerader Verbinder 1031">
              <a:extLst>
                <a:ext uri="{FF2B5EF4-FFF2-40B4-BE49-F238E27FC236}">
                  <a16:creationId xmlns:a16="http://schemas.microsoft.com/office/drawing/2014/main" id="{8FDBB3C6-6D05-4F5E-80C9-0055A29E3D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Gerader Verbinder 1032">
              <a:extLst>
                <a:ext uri="{FF2B5EF4-FFF2-40B4-BE49-F238E27FC236}">
                  <a16:creationId xmlns:a16="http://schemas.microsoft.com/office/drawing/2014/main" id="{05175679-F9BB-4EE7-9DEA-718BAEA13F1F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Gerader Verbinder 1033">
              <a:extLst>
                <a:ext uri="{FF2B5EF4-FFF2-40B4-BE49-F238E27FC236}">
                  <a16:creationId xmlns:a16="http://schemas.microsoft.com/office/drawing/2014/main" id="{EA32E60A-45B4-4FD5-8972-3290CE11F87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Gerader Verbinder 1034">
              <a:extLst>
                <a:ext uri="{FF2B5EF4-FFF2-40B4-BE49-F238E27FC236}">
                  <a16:creationId xmlns:a16="http://schemas.microsoft.com/office/drawing/2014/main" id="{B8DA9781-FA06-4D7C-9DB1-29DF4946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Gerader Verbinder 1035">
              <a:extLst>
                <a:ext uri="{FF2B5EF4-FFF2-40B4-BE49-F238E27FC236}">
                  <a16:creationId xmlns:a16="http://schemas.microsoft.com/office/drawing/2014/main" id="{BF747FBB-A2EC-4BB0-9D32-F4CD3CE353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Gerader Verbinder 1036">
              <a:extLst>
                <a:ext uri="{FF2B5EF4-FFF2-40B4-BE49-F238E27FC236}">
                  <a16:creationId xmlns:a16="http://schemas.microsoft.com/office/drawing/2014/main" id="{3DD1B044-7A74-4782-B986-48C621A6E82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Gerader Verbinder 1037">
              <a:extLst>
                <a:ext uri="{FF2B5EF4-FFF2-40B4-BE49-F238E27FC236}">
                  <a16:creationId xmlns:a16="http://schemas.microsoft.com/office/drawing/2014/main" id="{C1C74A3D-7400-40CE-9C2E-C68F852BD66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Gerader Verbinder 1038">
              <a:extLst>
                <a:ext uri="{FF2B5EF4-FFF2-40B4-BE49-F238E27FC236}">
                  <a16:creationId xmlns:a16="http://schemas.microsoft.com/office/drawing/2014/main" id="{D1DE6CD2-D5D7-41C3-A99D-CBB398F47AC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Gerader Verbinder 1039">
              <a:extLst>
                <a:ext uri="{FF2B5EF4-FFF2-40B4-BE49-F238E27FC236}">
                  <a16:creationId xmlns:a16="http://schemas.microsoft.com/office/drawing/2014/main" id="{841974A8-93AF-4DF8-B34A-0EE038C0C6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Gerader Verbinder 1040">
              <a:extLst>
                <a:ext uri="{FF2B5EF4-FFF2-40B4-BE49-F238E27FC236}">
                  <a16:creationId xmlns:a16="http://schemas.microsoft.com/office/drawing/2014/main" id="{FA27F2C6-5B1A-476A-B424-A3488ED9F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Gerader Verbinder 1041">
              <a:extLst>
                <a:ext uri="{FF2B5EF4-FFF2-40B4-BE49-F238E27FC236}">
                  <a16:creationId xmlns:a16="http://schemas.microsoft.com/office/drawing/2014/main" id="{D2CCDC69-94CA-47E7-9F71-85F46BAA5551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Gerader Verbinder 1042">
              <a:extLst>
                <a:ext uri="{FF2B5EF4-FFF2-40B4-BE49-F238E27FC236}">
                  <a16:creationId xmlns:a16="http://schemas.microsoft.com/office/drawing/2014/main" id="{1EF55967-C810-495B-A9CE-1462845EEC2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Gerader Verbinder 1043">
              <a:extLst>
                <a:ext uri="{FF2B5EF4-FFF2-40B4-BE49-F238E27FC236}">
                  <a16:creationId xmlns:a16="http://schemas.microsoft.com/office/drawing/2014/main" id="{7BC503D0-FD43-4919-BC74-E233CB219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Gerader Verbinder 1044">
              <a:extLst>
                <a:ext uri="{FF2B5EF4-FFF2-40B4-BE49-F238E27FC236}">
                  <a16:creationId xmlns:a16="http://schemas.microsoft.com/office/drawing/2014/main" id="{10314810-EA97-4DEA-BD59-90693952E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Gerader Verbinder 1045">
              <a:extLst>
                <a:ext uri="{FF2B5EF4-FFF2-40B4-BE49-F238E27FC236}">
                  <a16:creationId xmlns:a16="http://schemas.microsoft.com/office/drawing/2014/main" id="{0E19BD35-FA78-484F-ABE3-635B7415F8E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Gerader Verbinder 1046">
              <a:extLst>
                <a:ext uri="{FF2B5EF4-FFF2-40B4-BE49-F238E27FC236}">
                  <a16:creationId xmlns:a16="http://schemas.microsoft.com/office/drawing/2014/main" id="{61CB5EFA-FA7D-4F5B-8D5F-7A1A4402E6A2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Gerader Verbinder 1047">
              <a:extLst>
                <a:ext uri="{FF2B5EF4-FFF2-40B4-BE49-F238E27FC236}">
                  <a16:creationId xmlns:a16="http://schemas.microsoft.com/office/drawing/2014/main" id="{5D1302AE-D41C-4968-9B70-6BBBC4166E1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Gerader Verbinder 1048">
              <a:extLst>
                <a:ext uri="{FF2B5EF4-FFF2-40B4-BE49-F238E27FC236}">
                  <a16:creationId xmlns:a16="http://schemas.microsoft.com/office/drawing/2014/main" id="{50E309A4-9A07-4614-852B-FACA705E27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Gerader Verbinder 1049">
              <a:extLst>
                <a:ext uri="{FF2B5EF4-FFF2-40B4-BE49-F238E27FC236}">
                  <a16:creationId xmlns:a16="http://schemas.microsoft.com/office/drawing/2014/main" id="{13805351-2C3C-4D5B-880D-E3A97D073A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Gerader Verbinder 1050">
              <a:extLst>
                <a:ext uri="{FF2B5EF4-FFF2-40B4-BE49-F238E27FC236}">
                  <a16:creationId xmlns:a16="http://schemas.microsoft.com/office/drawing/2014/main" id="{F8080A36-602B-437D-ADC4-FBE704CD6EF5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Gerader Verbinder 1051">
              <a:extLst>
                <a:ext uri="{FF2B5EF4-FFF2-40B4-BE49-F238E27FC236}">
                  <a16:creationId xmlns:a16="http://schemas.microsoft.com/office/drawing/2014/main" id="{3910DAB4-A189-421B-8E72-9F305C2095F3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Gerader Verbinder 1052">
              <a:extLst>
                <a:ext uri="{FF2B5EF4-FFF2-40B4-BE49-F238E27FC236}">
                  <a16:creationId xmlns:a16="http://schemas.microsoft.com/office/drawing/2014/main" id="{2655B4E7-B31A-4F31-A472-1549590CD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Gerader Verbinder 1053">
              <a:extLst>
                <a:ext uri="{FF2B5EF4-FFF2-40B4-BE49-F238E27FC236}">
                  <a16:creationId xmlns:a16="http://schemas.microsoft.com/office/drawing/2014/main" id="{5A291233-C988-4B7D-8B3B-751D1AEF1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Gerader Verbinder 1054">
              <a:extLst>
                <a:ext uri="{FF2B5EF4-FFF2-40B4-BE49-F238E27FC236}">
                  <a16:creationId xmlns:a16="http://schemas.microsoft.com/office/drawing/2014/main" id="{21F4B48A-70D4-4468-8AE2-A9F4B449D56B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Gerader Verbinder 1055">
              <a:extLst>
                <a:ext uri="{FF2B5EF4-FFF2-40B4-BE49-F238E27FC236}">
                  <a16:creationId xmlns:a16="http://schemas.microsoft.com/office/drawing/2014/main" id="{AEB55395-DBD1-4766-83F8-1912F1224B0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Gerader Verbinder 1056">
              <a:extLst>
                <a:ext uri="{FF2B5EF4-FFF2-40B4-BE49-F238E27FC236}">
                  <a16:creationId xmlns:a16="http://schemas.microsoft.com/office/drawing/2014/main" id="{E108B020-8DA2-4FB9-B063-7B62C28D386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Gerader Verbinder 1057">
              <a:extLst>
                <a:ext uri="{FF2B5EF4-FFF2-40B4-BE49-F238E27FC236}">
                  <a16:creationId xmlns:a16="http://schemas.microsoft.com/office/drawing/2014/main" id="{B0F4D26E-0541-4296-B690-E6921BD4FB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Gerader Verbinder 1058">
              <a:extLst>
                <a:ext uri="{FF2B5EF4-FFF2-40B4-BE49-F238E27FC236}">
                  <a16:creationId xmlns:a16="http://schemas.microsoft.com/office/drawing/2014/main" id="{3AA26F4A-1B26-4CFD-88E7-B412C3C4D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Gerader Verbinder 1059">
              <a:extLst>
                <a:ext uri="{FF2B5EF4-FFF2-40B4-BE49-F238E27FC236}">
                  <a16:creationId xmlns:a16="http://schemas.microsoft.com/office/drawing/2014/main" id="{47A9408B-47E3-4113-A6CA-847601F73CCE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Gerader Verbinder 1060">
              <a:extLst>
                <a:ext uri="{FF2B5EF4-FFF2-40B4-BE49-F238E27FC236}">
                  <a16:creationId xmlns:a16="http://schemas.microsoft.com/office/drawing/2014/main" id="{E110DF88-76BA-478E-976F-5C43CFE75A9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Gerader Verbinder 1061">
              <a:extLst>
                <a:ext uri="{FF2B5EF4-FFF2-40B4-BE49-F238E27FC236}">
                  <a16:creationId xmlns:a16="http://schemas.microsoft.com/office/drawing/2014/main" id="{37299119-D3BB-413C-A310-502BE51E3A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Gerader Verbinder 1062">
              <a:extLst>
                <a:ext uri="{FF2B5EF4-FFF2-40B4-BE49-F238E27FC236}">
                  <a16:creationId xmlns:a16="http://schemas.microsoft.com/office/drawing/2014/main" id="{6451C2B8-98FD-43BA-80FA-04412DC8C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Gerader Verbinder 1063">
              <a:extLst>
                <a:ext uri="{FF2B5EF4-FFF2-40B4-BE49-F238E27FC236}">
                  <a16:creationId xmlns:a16="http://schemas.microsoft.com/office/drawing/2014/main" id="{7C3AABAB-63FA-4AE3-AA27-5CBE91AD7A4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Gerader Verbinder 1064">
              <a:extLst>
                <a:ext uri="{FF2B5EF4-FFF2-40B4-BE49-F238E27FC236}">
                  <a16:creationId xmlns:a16="http://schemas.microsoft.com/office/drawing/2014/main" id="{4B6AA2B2-3C4D-4BFC-8459-BDC5E808FC9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Gerader Verbinder 1065">
              <a:extLst>
                <a:ext uri="{FF2B5EF4-FFF2-40B4-BE49-F238E27FC236}">
                  <a16:creationId xmlns:a16="http://schemas.microsoft.com/office/drawing/2014/main" id="{1E78A13E-C5A0-425A-B814-3827814948A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Gerader Verbinder 1066">
              <a:extLst>
                <a:ext uri="{FF2B5EF4-FFF2-40B4-BE49-F238E27FC236}">
                  <a16:creationId xmlns:a16="http://schemas.microsoft.com/office/drawing/2014/main" id="{829A6785-808E-460F-8A49-D79A3B33B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Gerader Verbinder 1067">
              <a:extLst>
                <a:ext uri="{FF2B5EF4-FFF2-40B4-BE49-F238E27FC236}">
                  <a16:creationId xmlns:a16="http://schemas.microsoft.com/office/drawing/2014/main" id="{CD811A2D-132E-4901-AE0B-A8FFC3415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Gerader Verbinder 1068">
              <a:extLst>
                <a:ext uri="{FF2B5EF4-FFF2-40B4-BE49-F238E27FC236}">
                  <a16:creationId xmlns:a16="http://schemas.microsoft.com/office/drawing/2014/main" id="{AAC2D193-3D1C-4B6D-AD5E-EC8AAD0BBCF0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Gerader Verbinder 1069">
              <a:extLst>
                <a:ext uri="{FF2B5EF4-FFF2-40B4-BE49-F238E27FC236}">
                  <a16:creationId xmlns:a16="http://schemas.microsoft.com/office/drawing/2014/main" id="{861D846C-999E-438B-BCFC-E5A223822A8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Gerader Verbinder 1070">
              <a:extLst>
                <a:ext uri="{FF2B5EF4-FFF2-40B4-BE49-F238E27FC236}">
                  <a16:creationId xmlns:a16="http://schemas.microsoft.com/office/drawing/2014/main" id="{8173C8DF-79A6-45B7-B84D-43D551842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Gerader Verbinder 1071">
              <a:extLst>
                <a:ext uri="{FF2B5EF4-FFF2-40B4-BE49-F238E27FC236}">
                  <a16:creationId xmlns:a16="http://schemas.microsoft.com/office/drawing/2014/main" id="{A4449D60-7E83-42C9-821E-03F2A9572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Gerader Verbinder 1072">
              <a:extLst>
                <a:ext uri="{FF2B5EF4-FFF2-40B4-BE49-F238E27FC236}">
                  <a16:creationId xmlns:a16="http://schemas.microsoft.com/office/drawing/2014/main" id="{8B26BD38-09D6-44BD-ADEB-3C8BC0BE6BF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Gerader Verbinder 1073">
              <a:extLst>
                <a:ext uri="{FF2B5EF4-FFF2-40B4-BE49-F238E27FC236}">
                  <a16:creationId xmlns:a16="http://schemas.microsoft.com/office/drawing/2014/main" id="{F3DDE4AF-B015-416D-8CE4-7A45BC13045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Gerader Verbinder 1074">
              <a:extLst>
                <a:ext uri="{FF2B5EF4-FFF2-40B4-BE49-F238E27FC236}">
                  <a16:creationId xmlns:a16="http://schemas.microsoft.com/office/drawing/2014/main" id="{E3654C60-BEB7-424E-9514-0DDEC1CF535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Gerader Verbinder 1075">
              <a:extLst>
                <a:ext uri="{FF2B5EF4-FFF2-40B4-BE49-F238E27FC236}">
                  <a16:creationId xmlns:a16="http://schemas.microsoft.com/office/drawing/2014/main" id="{B27CD492-B895-4400-86FF-C343F8C6D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Gerader Verbinder 1076">
              <a:extLst>
                <a:ext uri="{FF2B5EF4-FFF2-40B4-BE49-F238E27FC236}">
                  <a16:creationId xmlns:a16="http://schemas.microsoft.com/office/drawing/2014/main" id="{E46B277C-9E1A-468F-8331-1FF4E8BAE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Gerader Verbinder 1077">
              <a:extLst>
                <a:ext uri="{FF2B5EF4-FFF2-40B4-BE49-F238E27FC236}">
                  <a16:creationId xmlns:a16="http://schemas.microsoft.com/office/drawing/2014/main" id="{8BCA3C92-9CF7-4A24-BD75-C2B518DD519D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Gerader Verbinder 1078">
              <a:extLst>
                <a:ext uri="{FF2B5EF4-FFF2-40B4-BE49-F238E27FC236}">
                  <a16:creationId xmlns:a16="http://schemas.microsoft.com/office/drawing/2014/main" id="{39BFE1C1-794F-4D6C-BC1C-232F3B006D9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Gerader Verbinder 1079">
              <a:extLst>
                <a:ext uri="{FF2B5EF4-FFF2-40B4-BE49-F238E27FC236}">
                  <a16:creationId xmlns:a16="http://schemas.microsoft.com/office/drawing/2014/main" id="{CF6D662B-5AB3-40F6-93F5-3B7B3A2F1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Gerader Verbinder 1080">
              <a:extLst>
                <a:ext uri="{FF2B5EF4-FFF2-40B4-BE49-F238E27FC236}">
                  <a16:creationId xmlns:a16="http://schemas.microsoft.com/office/drawing/2014/main" id="{9BDEE461-7F51-40AD-B716-D129A71AB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Gerader Verbinder 1081">
              <a:extLst>
                <a:ext uri="{FF2B5EF4-FFF2-40B4-BE49-F238E27FC236}">
                  <a16:creationId xmlns:a16="http://schemas.microsoft.com/office/drawing/2014/main" id="{44C7BEEA-5BC7-46AE-AB59-A7338C51481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Gerader Verbinder 1082">
              <a:extLst>
                <a:ext uri="{FF2B5EF4-FFF2-40B4-BE49-F238E27FC236}">
                  <a16:creationId xmlns:a16="http://schemas.microsoft.com/office/drawing/2014/main" id="{EAC0FB3C-D437-48F4-9E5A-19328AA4E6A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Gerader Verbinder 1083">
              <a:extLst>
                <a:ext uri="{FF2B5EF4-FFF2-40B4-BE49-F238E27FC236}">
                  <a16:creationId xmlns:a16="http://schemas.microsoft.com/office/drawing/2014/main" id="{F218A355-C608-4CC5-8764-289844BD47C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Gerader Verbinder 1084">
              <a:extLst>
                <a:ext uri="{FF2B5EF4-FFF2-40B4-BE49-F238E27FC236}">
                  <a16:creationId xmlns:a16="http://schemas.microsoft.com/office/drawing/2014/main" id="{E9743A5C-F126-41C0-BD7C-2C6D13E99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Gerader Verbinder 1085">
              <a:extLst>
                <a:ext uri="{FF2B5EF4-FFF2-40B4-BE49-F238E27FC236}">
                  <a16:creationId xmlns:a16="http://schemas.microsoft.com/office/drawing/2014/main" id="{5545CCFF-066A-4AC9-908F-1C37D4BE5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7" name="Gruppieren 1086">
            <a:extLst>
              <a:ext uri="{FF2B5EF4-FFF2-40B4-BE49-F238E27FC236}">
                <a16:creationId xmlns:a16="http://schemas.microsoft.com/office/drawing/2014/main" id="{984287F6-0B25-460A-BB39-F7C0C25F41C8}"/>
              </a:ext>
            </a:extLst>
          </p:cNvPr>
          <p:cNvGrpSpPr/>
          <p:nvPr/>
        </p:nvGrpSpPr>
        <p:grpSpPr>
          <a:xfrm>
            <a:off x="6294121" y="-239491"/>
            <a:ext cx="3730229" cy="3921995"/>
            <a:chOff x="-456087" y="-2624137"/>
            <a:chExt cx="12960000" cy="12953349"/>
          </a:xfrm>
        </p:grpSpPr>
        <p:cxnSp>
          <p:nvCxnSpPr>
            <p:cNvPr id="1088" name="Gerader Verbinder 1087">
              <a:extLst>
                <a:ext uri="{FF2B5EF4-FFF2-40B4-BE49-F238E27FC236}">
                  <a16:creationId xmlns:a16="http://schemas.microsoft.com/office/drawing/2014/main" id="{9AAA9061-F909-43F8-8629-B3AEC0A0EDA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Gerader Verbinder 1088">
              <a:extLst>
                <a:ext uri="{FF2B5EF4-FFF2-40B4-BE49-F238E27FC236}">
                  <a16:creationId xmlns:a16="http://schemas.microsoft.com/office/drawing/2014/main" id="{EB77474A-DC12-452C-A0B9-8B222ED449D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Gerader Verbinder 1089">
              <a:extLst>
                <a:ext uri="{FF2B5EF4-FFF2-40B4-BE49-F238E27FC236}">
                  <a16:creationId xmlns:a16="http://schemas.microsoft.com/office/drawing/2014/main" id="{DB586302-5E0E-4E35-9BD9-751D540F31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Gerader Verbinder 1090">
              <a:extLst>
                <a:ext uri="{FF2B5EF4-FFF2-40B4-BE49-F238E27FC236}">
                  <a16:creationId xmlns:a16="http://schemas.microsoft.com/office/drawing/2014/main" id="{B94AC483-6DB0-4520-8CDE-3B5B122BC1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Gerader Verbinder 1091">
              <a:extLst>
                <a:ext uri="{FF2B5EF4-FFF2-40B4-BE49-F238E27FC236}">
                  <a16:creationId xmlns:a16="http://schemas.microsoft.com/office/drawing/2014/main" id="{BB64748F-D4EE-4664-8FC0-E8202DE9816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Gerader Verbinder 1092">
              <a:extLst>
                <a:ext uri="{FF2B5EF4-FFF2-40B4-BE49-F238E27FC236}">
                  <a16:creationId xmlns:a16="http://schemas.microsoft.com/office/drawing/2014/main" id="{0832DABC-2690-4096-8232-A4303667162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Gerader Verbinder 1093">
              <a:extLst>
                <a:ext uri="{FF2B5EF4-FFF2-40B4-BE49-F238E27FC236}">
                  <a16:creationId xmlns:a16="http://schemas.microsoft.com/office/drawing/2014/main" id="{1749C236-7D14-4C41-989C-4EDA7B33CC3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Gerader Verbinder 1094">
              <a:extLst>
                <a:ext uri="{FF2B5EF4-FFF2-40B4-BE49-F238E27FC236}">
                  <a16:creationId xmlns:a16="http://schemas.microsoft.com/office/drawing/2014/main" id="{046F1EAF-C83B-49D7-95AD-4B092AA8F6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Gerader Verbinder 1095">
              <a:extLst>
                <a:ext uri="{FF2B5EF4-FFF2-40B4-BE49-F238E27FC236}">
                  <a16:creationId xmlns:a16="http://schemas.microsoft.com/office/drawing/2014/main" id="{2EC0CCAF-2795-4171-90F3-A5FF8F910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Gerader Verbinder 1096">
              <a:extLst>
                <a:ext uri="{FF2B5EF4-FFF2-40B4-BE49-F238E27FC236}">
                  <a16:creationId xmlns:a16="http://schemas.microsoft.com/office/drawing/2014/main" id="{98C269CA-327A-4980-B87A-656A1E94A167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Gerader Verbinder 1097">
              <a:extLst>
                <a:ext uri="{FF2B5EF4-FFF2-40B4-BE49-F238E27FC236}">
                  <a16:creationId xmlns:a16="http://schemas.microsoft.com/office/drawing/2014/main" id="{02864995-CB3F-4263-BF8E-B647C6DE129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Gerader Verbinder 1098">
              <a:extLst>
                <a:ext uri="{FF2B5EF4-FFF2-40B4-BE49-F238E27FC236}">
                  <a16:creationId xmlns:a16="http://schemas.microsoft.com/office/drawing/2014/main" id="{1918891F-4B94-40EE-AC07-1F17B8D19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Gerader Verbinder 1099">
              <a:extLst>
                <a:ext uri="{FF2B5EF4-FFF2-40B4-BE49-F238E27FC236}">
                  <a16:creationId xmlns:a16="http://schemas.microsoft.com/office/drawing/2014/main" id="{9AF1CC61-9B19-4054-B22B-B7411C1B24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Gerader Verbinder 1100">
              <a:extLst>
                <a:ext uri="{FF2B5EF4-FFF2-40B4-BE49-F238E27FC236}">
                  <a16:creationId xmlns:a16="http://schemas.microsoft.com/office/drawing/2014/main" id="{F4167B49-C4D9-433A-9E83-3C5600A72EE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Gerader Verbinder 1101">
              <a:extLst>
                <a:ext uri="{FF2B5EF4-FFF2-40B4-BE49-F238E27FC236}">
                  <a16:creationId xmlns:a16="http://schemas.microsoft.com/office/drawing/2014/main" id="{0C2D2C62-BB85-420C-BCD9-301A4A4C4E2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Gerader Verbinder 1102">
              <a:extLst>
                <a:ext uri="{FF2B5EF4-FFF2-40B4-BE49-F238E27FC236}">
                  <a16:creationId xmlns:a16="http://schemas.microsoft.com/office/drawing/2014/main" id="{278E253F-9B21-47E6-8578-2DDBB8CFBAF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Gerader Verbinder 1103">
              <a:extLst>
                <a:ext uri="{FF2B5EF4-FFF2-40B4-BE49-F238E27FC236}">
                  <a16:creationId xmlns:a16="http://schemas.microsoft.com/office/drawing/2014/main" id="{A271CE07-D298-4506-9B88-09F9E5BC83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Gerader Verbinder 1104">
              <a:extLst>
                <a:ext uri="{FF2B5EF4-FFF2-40B4-BE49-F238E27FC236}">
                  <a16:creationId xmlns:a16="http://schemas.microsoft.com/office/drawing/2014/main" id="{27A0F766-046F-4CAB-9BC0-EB07E8C21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Gerader Verbinder 1105">
              <a:extLst>
                <a:ext uri="{FF2B5EF4-FFF2-40B4-BE49-F238E27FC236}">
                  <a16:creationId xmlns:a16="http://schemas.microsoft.com/office/drawing/2014/main" id="{676F0905-584C-4B32-92E8-DB8E4EB1AC67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Gerader Verbinder 1106">
              <a:extLst>
                <a:ext uri="{FF2B5EF4-FFF2-40B4-BE49-F238E27FC236}">
                  <a16:creationId xmlns:a16="http://schemas.microsoft.com/office/drawing/2014/main" id="{C4800197-2857-4CF0-867E-B2442AD9CA5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Gerader Verbinder 1107">
              <a:extLst>
                <a:ext uri="{FF2B5EF4-FFF2-40B4-BE49-F238E27FC236}">
                  <a16:creationId xmlns:a16="http://schemas.microsoft.com/office/drawing/2014/main" id="{5463F0C1-0D96-4BD1-A5B6-720522973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Gerader Verbinder 1108">
              <a:extLst>
                <a:ext uri="{FF2B5EF4-FFF2-40B4-BE49-F238E27FC236}">
                  <a16:creationId xmlns:a16="http://schemas.microsoft.com/office/drawing/2014/main" id="{BC880DC2-49AE-413F-9678-296FAB00E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Gerader Verbinder 1109">
              <a:extLst>
                <a:ext uri="{FF2B5EF4-FFF2-40B4-BE49-F238E27FC236}">
                  <a16:creationId xmlns:a16="http://schemas.microsoft.com/office/drawing/2014/main" id="{A51C0771-C0E2-4B91-BA20-EA09614C5B62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Gerader Verbinder 1110">
              <a:extLst>
                <a:ext uri="{FF2B5EF4-FFF2-40B4-BE49-F238E27FC236}">
                  <a16:creationId xmlns:a16="http://schemas.microsoft.com/office/drawing/2014/main" id="{7E5444A3-C964-48DA-96C9-80B10D914203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Gerader Verbinder 1111">
              <a:extLst>
                <a:ext uri="{FF2B5EF4-FFF2-40B4-BE49-F238E27FC236}">
                  <a16:creationId xmlns:a16="http://schemas.microsoft.com/office/drawing/2014/main" id="{CB7048E3-2C83-4CB0-80C2-073A4049E9C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Gerader Verbinder 1112">
              <a:extLst>
                <a:ext uri="{FF2B5EF4-FFF2-40B4-BE49-F238E27FC236}">
                  <a16:creationId xmlns:a16="http://schemas.microsoft.com/office/drawing/2014/main" id="{78645C81-8B42-4494-B37A-0F8D6426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Gerader Verbinder 1113">
              <a:extLst>
                <a:ext uri="{FF2B5EF4-FFF2-40B4-BE49-F238E27FC236}">
                  <a16:creationId xmlns:a16="http://schemas.microsoft.com/office/drawing/2014/main" id="{910ED1E6-608B-4EEE-8422-C4D3718850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Gerader Verbinder 1114">
              <a:extLst>
                <a:ext uri="{FF2B5EF4-FFF2-40B4-BE49-F238E27FC236}">
                  <a16:creationId xmlns:a16="http://schemas.microsoft.com/office/drawing/2014/main" id="{25F14264-C1BE-4431-81FD-FA020268068F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Gerader Verbinder 1115">
              <a:extLst>
                <a:ext uri="{FF2B5EF4-FFF2-40B4-BE49-F238E27FC236}">
                  <a16:creationId xmlns:a16="http://schemas.microsoft.com/office/drawing/2014/main" id="{64814FBB-61AD-4F56-B161-4E9CC6520EA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Gerader Verbinder 1116">
              <a:extLst>
                <a:ext uri="{FF2B5EF4-FFF2-40B4-BE49-F238E27FC236}">
                  <a16:creationId xmlns:a16="http://schemas.microsoft.com/office/drawing/2014/main" id="{997748D0-B1AD-4440-8F99-BA5572EB09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Gerader Verbinder 1117">
              <a:extLst>
                <a:ext uri="{FF2B5EF4-FFF2-40B4-BE49-F238E27FC236}">
                  <a16:creationId xmlns:a16="http://schemas.microsoft.com/office/drawing/2014/main" id="{5B33A124-9CBC-4A97-BD4F-EF95BB850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Gerader Verbinder 1118">
              <a:extLst>
                <a:ext uri="{FF2B5EF4-FFF2-40B4-BE49-F238E27FC236}">
                  <a16:creationId xmlns:a16="http://schemas.microsoft.com/office/drawing/2014/main" id="{0DE3A2D3-51EF-4967-A612-47E70051C00B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Gerader Verbinder 1119">
              <a:extLst>
                <a:ext uri="{FF2B5EF4-FFF2-40B4-BE49-F238E27FC236}">
                  <a16:creationId xmlns:a16="http://schemas.microsoft.com/office/drawing/2014/main" id="{BB849688-9D53-4DF1-9284-942EA50C49B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Gerader Verbinder 1120">
              <a:extLst>
                <a:ext uri="{FF2B5EF4-FFF2-40B4-BE49-F238E27FC236}">
                  <a16:creationId xmlns:a16="http://schemas.microsoft.com/office/drawing/2014/main" id="{178DAE56-0B08-4998-A07C-67DF07BB9FE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Gerader Verbinder 1121">
              <a:extLst>
                <a:ext uri="{FF2B5EF4-FFF2-40B4-BE49-F238E27FC236}">
                  <a16:creationId xmlns:a16="http://schemas.microsoft.com/office/drawing/2014/main" id="{E80FBE63-88D8-4EB3-88CC-C54115163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Gerader Verbinder 1122">
              <a:extLst>
                <a:ext uri="{FF2B5EF4-FFF2-40B4-BE49-F238E27FC236}">
                  <a16:creationId xmlns:a16="http://schemas.microsoft.com/office/drawing/2014/main" id="{61AE77BC-0177-41E1-969A-F5B13AA521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Gerader Verbinder 1123">
              <a:extLst>
                <a:ext uri="{FF2B5EF4-FFF2-40B4-BE49-F238E27FC236}">
                  <a16:creationId xmlns:a16="http://schemas.microsoft.com/office/drawing/2014/main" id="{3D633825-E709-4088-BA28-DEA72DDEA1E9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Gerader Verbinder 1124">
              <a:extLst>
                <a:ext uri="{FF2B5EF4-FFF2-40B4-BE49-F238E27FC236}">
                  <a16:creationId xmlns:a16="http://schemas.microsoft.com/office/drawing/2014/main" id="{29101F3D-B8DF-4DF0-BCE9-483F3E03717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Gerader Verbinder 1125">
              <a:extLst>
                <a:ext uri="{FF2B5EF4-FFF2-40B4-BE49-F238E27FC236}">
                  <a16:creationId xmlns:a16="http://schemas.microsoft.com/office/drawing/2014/main" id="{5210E6F9-461B-47B9-879E-3A179201A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Gerader Verbinder 1126">
              <a:extLst>
                <a:ext uri="{FF2B5EF4-FFF2-40B4-BE49-F238E27FC236}">
                  <a16:creationId xmlns:a16="http://schemas.microsoft.com/office/drawing/2014/main" id="{FD996797-A638-4E1E-9EEB-223D694D64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Gerader Verbinder 1127">
              <a:extLst>
                <a:ext uri="{FF2B5EF4-FFF2-40B4-BE49-F238E27FC236}">
                  <a16:creationId xmlns:a16="http://schemas.microsoft.com/office/drawing/2014/main" id="{ACB7D243-872F-4302-ADF4-9ABB2F9D8BEA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Gerader Verbinder 1128">
              <a:extLst>
                <a:ext uri="{FF2B5EF4-FFF2-40B4-BE49-F238E27FC236}">
                  <a16:creationId xmlns:a16="http://schemas.microsoft.com/office/drawing/2014/main" id="{C5D89001-C526-4C2C-92DB-2D56AE295AD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Gerader Verbinder 1129">
              <a:extLst>
                <a:ext uri="{FF2B5EF4-FFF2-40B4-BE49-F238E27FC236}">
                  <a16:creationId xmlns:a16="http://schemas.microsoft.com/office/drawing/2014/main" id="{089E216C-7F8D-4D3F-9B0D-2909EB89AB0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Gerader Verbinder 1130">
              <a:extLst>
                <a:ext uri="{FF2B5EF4-FFF2-40B4-BE49-F238E27FC236}">
                  <a16:creationId xmlns:a16="http://schemas.microsoft.com/office/drawing/2014/main" id="{3AD09179-A84E-4FBB-BABE-468C2B1AC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Gerader Verbinder 1131">
              <a:extLst>
                <a:ext uri="{FF2B5EF4-FFF2-40B4-BE49-F238E27FC236}">
                  <a16:creationId xmlns:a16="http://schemas.microsoft.com/office/drawing/2014/main" id="{C0CE631A-3850-42F2-8B9C-A79ACB609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Gerader Verbinder 1132">
              <a:extLst>
                <a:ext uri="{FF2B5EF4-FFF2-40B4-BE49-F238E27FC236}">
                  <a16:creationId xmlns:a16="http://schemas.microsoft.com/office/drawing/2014/main" id="{CF1D4A68-FE76-406B-A4C8-436C0C886264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Gerader Verbinder 1133">
              <a:extLst>
                <a:ext uri="{FF2B5EF4-FFF2-40B4-BE49-F238E27FC236}">
                  <a16:creationId xmlns:a16="http://schemas.microsoft.com/office/drawing/2014/main" id="{DD17ACF2-F24B-4AC9-B366-991C1A4D8731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Gerader Verbinder 1134">
              <a:extLst>
                <a:ext uri="{FF2B5EF4-FFF2-40B4-BE49-F238E27FC236}">
                  <a16:creationId xmlns:a16="http://schemas.microsoft.com/office/drawing/2014/main" id="{C0459881-5BB5-476B-B03F-C53C374FE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Gerader Verbinder 1135">
              <a:extLst>
                <a:ext uri="{FF2B5EF4-FFF2-40B4-BE49-F238E27FC236}">
                  <a16:creationId xmlns:a16="http://schemas.microsoft.com/office/drawing/2014/main" id="{978C5276-591D-4DED-B2C5-40BC6748EB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Gerader Verbinder 1136">
              <a:extLst>
                <a:ext uri="{FF2B5EF4-FFF2-40B4-BE49-F238E27FC236}">
                  <a16:creationId xmlns:a16="http://schemas.microsoft.com/office/drawing/2014/main" id="{58D92F44-7925-403E-BBB4-8AE2828A7B81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Gerader Verbinder 1137">
              <a:extLst>
                <a:ext uri="{FF2B5EF4-FFF2-40B4-BE49-F238E27FC236}">
                  <a16:creationId xmlns:a16="http://schemas.microsoft.com/office/drawing/2014/main" id="{EDCDD30A-99DF-44DF-8A00-4C09D7B27CCF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Gerader Verbinder 1138">
              <a:extLst>
                <a:ext uri="{FF2B5EF4-FFF2-40B4-BE49-F238E27FC236}">
                  <a16:creationId xmlns:a16="http://schemas.microsoft.com/office/drawing/2014/main" id="{BD227839-56AD-41A1-A05C-28E2380A449C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Gerader Verbinder 1139">
              <a:extLst>
                <a:ext uri="{FF2B5EF4-FFF2-40B4-BE49-F238E27FC236}">
                  <a16:creationId xmlns:a16="http://schemas.microsoft.com/office/drawing/2014/main" id="{F00D7869-1894-45C6-98AF-721675431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Gerader Verbinder 1140">
              <a:extLst>
                <a:ext uri="{FF2B5EF4-FFF2-40B4-BE49-F238E27FC236}">
                  <a16:creationId xmlns:a16="http://schemas.microsoft.com/office/drawing/2014/main" id="{7A049AEE-737E-489C-9504-413529A6D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Gerader Verbinder 1141">
              <a:extLst>
                <a:ext uri="{FF2B5EF4-FFF2-40B4-BE49-F238E27FC236}">
                  <a16:creationId xmlns:a16="http://schemas.microsoft.com/office/drawing/2014/main" id="{F7B3E6A5-9E30-4DA8-942B-FAE1E2201CE0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Gerader Verbinder 1142">
              <a:extLst>
                <a:ext uri="{FF2B5EF4-FFF2-40B4-BE49-F238E27FC236}">
                  <a16:creationId xmlns:a16="http://schemas.microsoft.com/office/drawing/2014/main" id="{DD134AF2-C715-48F5-BF1E-0AEC9964CDF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Gerader Verbinder 1143">
              <a:extLst>
                <a:ext uri="{FF2B5EF4-FFF2-40B4-BE49-F238E27FC236}">
                  <a16:creationId xmlns:a16="http://schemas.microsoft.com/office/drawing/2014/main" id="{0AE56825-DA8B-4E8F-8F55-8CD357624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5" name="Gerader Verbinder 1144">
              <a:extLst>
                <a:ext uri="{FF2B5EF4-FFF2-40B4-BE49-F238E27FC236}">
                  <a16:creationId xmlns:a16="http://schemas.microsoft.com/office/drawing/2014/main" id="{3B1219D2-10E5-48F4-8102-E5E0EB68A2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Gerader Verbinder 1145">
              <a:extLst>
                <a:ext uri="{FF2B5EF4-FFF2-40B4-BE49-F238E27FC236}">
                  <a16:creationId xmlns:a16="http://schemas.microsoft.com/office/drawing/2014/main" id="{A5A0BECF-1472-4778-ADB2-77A093BE2B05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7" name="Gerader Verbinder 1146">
              <a:extLst>
                <a:ext uri="{FF2B5EF4-FFF2-40B4-BE49-F238E27FC236}">
                  <a16:creationId xmlns:a16="http://schemas.microsoft.com/office/drawing/2014/main" id="{BB087856-4D60-4EFA-8F63-D92495684DD3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Gerader Verbinder 1147">
              <a:extLst>
                <a:ext uri="{FF2B5EF4-FFF2-40B4-BE49-F238E27FC236}">
                  <a16:creationId xmlns:a16="http://schemas.microsoft.com/office/drawing/2014/main" id="{8DFA56D3-AB59-4632-BEEE-2E0032FFD612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Gerader Verbinder 1148">
              <a:extLst>
                <a:ext uri="{FF2B5EF4-FFF2-40B4-BE49-F238E27FC236}">
                  <a16:creationId xmlns:a16="http://schemas.microsoft.com/office/drawing/2014/main" id="{D9928998-C746-450D-80DD-C57CC7BF5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Gerader Verbinder 1149">
              <a:extLst>
                <a:ext uri="{FF2B5EF4-FFF2-40B4-BE49-F238E27FC236}">
                  <a16:creationId xmlns:a16="http://schemas.microsoft.com/office/drawing/2014/main" id="{DD24DAA5-1612-4F55-86EE-5F109256E4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Gerader Verbinder 1150">
              <a:extLst>
                <a:ext uri="{FF2B5EF4-FFF2-40B4-BE49-F238E27FC236}">
                  <a16:creationId xmlns:a16="http://schemas.microsoft.com/office/drawing/2014/main" id="{B0ECD64D-DFD2-4937-84D7-C89827DCDFB6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Gerader Verbinder 1151">
              <a:extLst>
                <a:ext uri="{FF2B5EF4-FFF2-40B4-BE49-F238E27FC236}">
                  <a16:creationId xmlns:a16="http://schemas.microsoft.com/office/drawing/2014/main" id="{E8C4AB21-89E1-472B-A06E-AF151604D05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Gerader Verbinder 1152">
              <a:extLst>
                <a:ext uri="{FF2B5EF4-FFF2-40B4-BE49-F238E27FC236}">
                  <a16:creationId xmlns:a16="http://schemas.microsoft.com/office/drawing/2014/main" id="{7DC40816-7FB3-47D4-B6AB-834D903CC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Gerader Verbinder 1153">
              <a:extLst>
                <a:ext uri="{FF2B5EF4-FFF2-40B4-BE49-F238E27FC236}">
                  <a16:creationId xmlns:a16="http://schemas.microsoft.com/office/drawing/2014/main" id="{E690A3FB-AD82-4C91-A59D-9C9F002819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Gerader Verbinder 1154">
              <a:extLst>
                <a:ext uri="{FF2B5EF4-FFF2-40B4-BE49-F238E27FC236}">
                  <a16:creationId xmlns:a16="http://schemas.microsoft.com/office/drawing/2014/main" id="{B8A72714-FA2D-4BA4-85B3-C5B4CAAD9FED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Gerader Verbinder 1155">
              <a:extLst>
                <a:ext uri="{FF2B5EF4-FFF2-40B4-BE49-F238E27FC236}">
                  <a16:creationId xmlns:a16="http://schemas.microsoft.com/office/drawing/2014/main" id="{73BEE31F-705D-4137-89A5-AD3C29C8CC2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7" name="Gerader Verbinder 1156">
              <a:extLst>
                <a:ext uri="{FF2B5EF4-FFF2-40B4-BE49-F238E27FC236}">
                  <a16:creationId xmlns:a16="http://schemas.microsoft.com/office/drawing/2014/main" id="{221D6520-907C-4149-AEE6-A8EE8996BFF3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Gerader Verbinder 1157">
              <a:extLst>
                <a:ext uri="{FF2B5EF4-FFF2-40B4-BE49-F238E27FC236}">
                  <a16:creationId xmlns:a16="http://schemas.microsoft.com/office/drawing/2014/main" id="{2B990B40-DD00-4373-8E10-F983D6CA8A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Gerader Verbinder 1158">
              <a:extLst>
                <a:ext uri="{FF2B5EF4-FFF2-40B4-BE49-F238E27FC236}">
                  <a16:creationId xmlns:a16="http://schemas.microsoft.com/office/drawing/2014/main" id="{A2276E35-BA25-4B44-B79D-A49236D99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Gerader Verbinder 1159">
              <a:extLst>
                <a:ext uri="{FF2B5EF4-FFF2-40B4-BE49-F238E27FC236}">
                  <a16:creationId xmlns:a16="http://schemas.microsoft.com/office/drawing/2014/main" id="{87922353-A042-44BF-84A1-95B5B150FF7A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Gerader Verbinder 1160">
              <a:extLst>
                <a:ext uri="{FF2B5EF4-FFF2-40B4-BE49-F238E27FC236}">
                  <a16:creationId xmlns:a16="http://schemas.microsoft.com/office/drawing/2014/main" id="{69F804E9-A61A-49E9-ADDA-BF1A8D615F6A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Gerader Verbinder 1161">
              <a:extLst>
                <a:ext uri="{FF2B5EF4-FFF2-40B4-BE49-F238E27FC236}">
                  <a16:creationId xmlns:a16="http://schemas.microsoft.com/office/drawing/2014/main" id="{34BF053A-AD40-4981-9F53-5FE0E6B1D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3" name="Gerader Verbinder 1162">
              <a:extLst>
                <a:ext uri="{FF2B5EF4-FFF2-40B4-BE49-F238E27FC236}">
                  <a16:creationId xmlns:a16="http://schemas.microsoft.com/office/drawing/2014/main" id="{B70B5FEE-1712-41BA-90B1-37A39B66A6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Gerader Verbinder 1163">
              <a:extLst>
                <a:ext uri="{FF2B5EF4-FFF2-40B4-BE49-F238E27FC236}">
                  <a16:creationId xmlns:a16="http://schemas.microsoft.com/office/drawing/2014/main" id="{769A366B-1FB5-42C4-B4BF-EF5D404B7A69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Gerader Verbinder 1164">
              <a:extLst>
                <a:ext uri="{FF2B5EF4-FFF2-40B4-BE49-F238E27FC236}">
                  <a16:creationId xmlns:a16="http://schemas.microsoft.com/office/drawing/2014/main" id="{6B093B4A-D6E4-402D-A3AD-F6897E2F1DD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6" name="Gerader Verbinder 1165">
              <a:extLst>
                <a:ext uri="{FF2B5EF4-FFF2-40B4-BE49-F238E27FC236}">
                  <a16:creationId xmlns:a16="http://schemas.microsoft.com/office/drawing/2014/main" id="{C7E07917-0F57-44B4-A962-5E6309180DF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Gerader Verbinder 1166">
              <a:extLst>
                <a:ext uri="{FF2B5EF4-FFF2-40B4-BE49-F238E27FC236}">
                  <a16:creationId xmlns:a16="http://schemas.microsoft.com/office/drawing/2014/main" id="{93C97B40-9691-4F1C-9A22-AE9F757728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Gerader Verbinder 1167">
              <a:extLst>
                <a:ext uri="{FF2B5EF4-FFF2-40B4-BE49-F238E27FC236}">
                  <a16:creationId xmlns:a16="http://schemas.microsoft.com/office/drawing/2014/main" id="{CF0DF6A8-8817-4EAA-A836-F4139EF10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9" name="Gruppieren 1168">
            <a:extLst>
              <a:ext uri="{FF2B5EF4-FFF2-40B4-BE49-F238E27FC236}">
                <a16:creationId xmlns:a16="http://schemas.microsoft.com/office/drawing/2014/main" id="{0795236B-1A8A-473B-BF9D-AB7D5416387F}"/>
              </a:ext>
            </a:extLst>
          </p:cNvPr>
          <p:cNvGrpSpPr/>
          <p:nvPr/>
        </p:nvGrpSpPr>
        <p:grpSpPr>
          <a:xfrm>
            <a:off x="10024348" y="-239491"/>
            <a:ext cx="3730229" cy="3921995"/>
            <a:chOff x="-456087" y="-2624137"/>
            <a:chExt cx="12960000" cy="12953349"/>
          </a:xfrm>
        </p:grpSpPr>
        <p:cxnSp>
          <p:nvCxnSpPr>
            <p:cNvPr id="1170" name="Gerader Verbinder 1169">
              <a:extLst>
                <a:ext uri="{FF2B5EF4-FFF2-40B4-BE49-F238E27FC236}">
                  <a16:creationId xmlns:a16="http://schemas.microsoft.com/office/drawing/2014/main" id="{DC191FEB-9A7B-4848-A305-72B6058B16B1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Gerader Verbinder 1170">
              <a:extLst>
                <a:ext uri="{FF2B5EF4-FFF2-40B4-BE49-F238E27FC236}">
                  <a16:creationId xmlns:a16="http://schemas.microsoft.com/office/drawing/2014/main" id="{4721C926-1E1B-4978-8D45-C37FD99E5B9B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Gerader Verbinder 1171">
              <a:extLst>
                <a:ext uri="{FF2B5EF4-FFF2-40B4-BE49-F238E27FC236}">
                  <a16:creationId xmlns:a16="http://schemas.microsoft.com/office/drawing/2014/main" id="{B010F8FD-C59E-4619-BEF6-598116E3D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3" name="Gerader Verbinder 1172">
              <a:extLst>
                <a:ext uri="{FF2B5EF4-FFF2-40B4-BE49-F238E27FC236}">
                  <a16:creationId xmlns:a16="http://schemas.microsoft.com/office/drawing/2014/main" id="{1FC51098-7AD4-4839-8FDE-FA5E0B27A0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4" name="Gerader Verbinder 1173">
              <a:extLst>
                <a:ext uri="{FF2B5EF4-FFF2-40B4-BE49-F238E27FC236}">
                  <a16:creationId xmlns:a16="http://schemas.microsoft.com/office/drawing/2014/main" id="{72741841-6E46-4567-87F2-D66730C7ADDC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5" name="Gerader Verbinder 1174">
              <a:extLst>
                <a:ext uri="{FF2B5EF4-FFF2-40B4-BE49-F238E27FC236}">
                  <a16:creationId xmlns:a16="http://schemas.microsoft.com/office/drawing/2014/main" id="{9FDB4EA9-4E04-4C4B-81BA-57A26810378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Gerader Verbinder 1175">
              <a:extLst>
                <a:ext uri="{FF2B5EF4-FFF2-40B4-BE49-F238E27FC236}">
                  <a16:creationId xmlns:a16="http://schemas.microsoft.com/office/drawing/2014/main" id="{4400382A-C330-4790-8ABA-D1BCCC0AE36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Gerader Verbinder 1176">
              <a:extLst>
                <a:ext uri="{FF2B5EF4-FFF2-40B4-BE49-F238E27FC236}">
                  <a16:creationId xmlns:a16="http://schemas.microsoft.com/office/drawing/2014/main" id="{E0A1582A-B40F-4F90-81ED-459DBDBA0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8" name="Gerader Verbinder 1177">
              <a:extLst>
                <a:ext uri="{FF2B5EF4-FFF2-40B4-BE49-F238E27FC236}">
                  <a16:creationId xmlns:a16="http://schemas.microsoft.com/office/drawing/2014/main" id="{26FB1B25-A27E-4E5F-9D5E-D2BEE71366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9" name="Gerader Verbinder 1178">
              <a:extLst>
                <a:ext uri="{FF2B5EF4-FFF2-40B4-BE49-F238E27FC236}">
                  <a16:creationId xmlns:a16="http://schemas.microsoft.com/office/drawing/2014/main" id="{9BE01FFB-D2A3-4BBA-8DBA-835902E67432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0" name="Gerader Verbinder 1179">
              <a:extLst>
                <a:ext uri="{FF2B5EF4-FFF2-40B4-BE49-F238E27FC236}">
                  <a16:creationId xmlns:a16="http://schemas.microsoft.com/office/drawing/2014/main" id="{66054925-F3FB-47EC-84ED-9BAB1BA2BF6F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1" name="Gerader Verbinder 1180">
              <a:extLst>
                <a:ext uri="{FF2B5EF4-FFF2-40B4-BE49-F238E27FC236}">
                  <a16:creationId xmlns:a16="http://schemas.microsoft.com/office/drawing/2014/main" id="{72C60766-6A4D-422B-BAB8-9CC50D96D7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Gerader Verbinder 1181">
              <a:extLst>
                <a:ext uri="{FF2B5EF4-FFF2-40B4-BE49-F238E27FC236}">
                  <a16:creationId xmlns:a16="http://schemas.microsoft.com/office/drawing/2014/main" id="{4EAC4DEC-8E1C-43D0-8768-0DC88BF2D3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Gerader Verbinder 1182">
              <a:extLst>
                <a:ext uri="{FF2B5EF4-FFF2-40B4-BE49-F238E27FC236}">
                  <a16:creationId xmlns:a16="http://schemas.microsoft.com/office/drawing/2014/main" id="{0B5C67ED-25C0-445E-8166-6192D76C39C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Gerader Verbinder 1183">
              <a:extLst>
                <a:ext uri="{FF2B5EF4-FFF2-40B4-BE49-F238E27FC236}">
                  <a16:creationId xmlns:a16="http://schemas.microsoft.com/office/drawing/2014/main" id="{70509552-BCF6-4114-AF60-10BD9AB2907A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5" name="Gerader Verbinder 1184">
              <a:extLst>
                <a:ext uri="{FF2B5EF4-FFF2-40B4-BE49-F238E27FC236}">
                  <a16:creationId xmlns:a16="http://schemas.microsoft.com/office/drawing/2014/main" id="{AC380394-7C5B-451F-83FD-987CFCD3D10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Gerader Verbinder 1185">
              <a:extLst>
                <a:ext uri="{FF2B5EF4-FFF2-40B4-BE49-F238E27FC236}">
                  <a16:creationId xmlns:a16="http://schemas.microsoft.com/office/drawing/2014/main" id="{BB31AD29-DFBE-494F-9CB2-958CF2696E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" name="Gerader Verbinder 1186">
              <a:extLst>
                <a:ext uri="{FF2B5EF4-FFF2-40B4-BE49-F238E27FC236}">
                  <a16:creationId xmlns:a16="http://schemas.microsoft.com/office/drawing/2014/main" id="{F9BD3ACA-7AF6-4347-AD55-D287457F7D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" name="Gerader Verbinder 1187">
              <a:extLst>
                <a:ext uri="{FF2B5EF4-FFF2-40B4-BE49-F238E27FC236}">
                  <a16:creationId xmlns:a16="http://schemas.microsoft.com/office/drawing/2014/main" id="{BBC719CA-B6B3-4412-83C3-16D18597EA6B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2569577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" name="Gerader Verbinder 1188">
              <a:extLst>
                <a:ext uri="{FF2B5EF4-FFF2-40B4-BE49-F238E27FC236}">
                  <a16:creationId xmlns:a16="http://schemas.microsoft.com/office/drawing/2014/main" id="{B155CACF-20C8-4C3E-9854-AF4868D22BB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0" name="Gerader Verbinder 1189">
              <a:extLst>
                <a:ext uri="{FF2B5EF4-FFF2-40B4-BE49-F238E27FC236}">
                  <a16:creationId xmlns:a16="http://schemas.microsoft.com/office/drawing/2014/main" id="{657D7B6F-6BC8-416D-BFD4-4DADFBED1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1" name="Gerader Verbinder 1190">
              <a:extLst>
                <a:ext uri="{FF2B5EF4-FFF2-40B4-BE49-F238E27FC236}">
                  <a16:creationId xmlns:a16="http://schemas.microsoft.com/office/drawing/2014/main" id="{B2726EC5-26CF-4A0D-B4D2-E85470EF93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169438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Gerader Verbinder 1191">
              <a:extLst>
                <a:ext uri="{FF2B5EF4-FFF2-40B4-BE49-F238E27FC236}">
                  <a16:creationId xmlns:a16="http://schemas.microsoft.com/office/drawing/2014/main" id="{72C0DE17-19C5-4F08-B28D-8C222D09DA06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10688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3" name="Gerader Verbinder 1192">
              <a:extLst>
                <a:ext uri="{FF2B5EF4-FFF2-40B4-BE49-F238E27FC236}">
                  <a16:creationId xmlns:a16="http://schemas.microsoft.com/office/drawing/2014/main" id="{B8447C6C-EA24-4E86-B9A8-FBA43F658620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310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Gerader Verbinder 1193">
              <a:extLst>
                <a:ext uri="{FF2B5EF4-FFF2-40B4-BE49-F238E27FC236}">
                  <a16:creationId xmlns:a16="http://schemas.microsoft.com/office/drawing/2014/main" id="{6EA4A3BE-1B26-4B08-ADEA-2644E7EEFCC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4547014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5" name="Gerader Verbinder 1194">
              <a:extLst>
                <a:ext uri="{FF2B5EF4-FFF2-40B4-BE49-F238E27FC236}">
                  <a16:creationId xmlns:a16="http://schemas.microsoft.com/office/drawing/2014/main" id="{7B561B07-6480-4A52-AC2C-8BCFF5740D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Gerader Verbinder 1195">
              <a:extLst>
                <a:ext uri="{FF2B5EF4-FFF2-40B4-BE49-F238E27FC236}">
                  <a16:creationId xmlns:a16="http://schemas.microsoft.com/office/drawing/2014/main" id="{4CE5A6E7-7402-4523-A42E-1E92B47EC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169068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7" name="Gerader Verbinder 1196">
              <a:extLst>
                <a:ext uri="{FF2B5EF4-FFF2-40B4-BE49-F238E27FC236}">
                  <a16:creationId xmlns:a16="http://schemas.microsoft.com/office/drawing/2014/main" id="{30169DAE-FED6-48CE-859E-90FDE91FC5DC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8" name="Gerader Verbinder 1197">
              <a:extLst>
                <a:ext uri="{FF2B5EF4-FFF2-40B4-BE49-F238E27FC236}">
                  <a16:creationId xmlns:a16="http://schemas.microsoft.com/office/drawing/2014/main" id="{2C5910AC-EAE3-4350-88DB-1CCF3A0A256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9" name="Gerader Verbinder 1198">
              <a:extLst>
                <a:ext uri="{FF2B5EF4-FFF2-40B4-BE49-F238E27FC236}">
                  <a16:creationId xmlns:a16="http://schemas.microsoft.com/office/drawing/2014/main" id="{BF242BE8-18AF-4166-8B48-9123723D18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Gerader Verbinder 1199">
              <a:extLst>
                <a:ext uri="{FF2B5EF4-FFF2-40B4-BE49-F238E27FC236}">
                  <a16:creationId xmlns:a16="http://schemas.microsoft.com/office/drawing/2014/main" id="{6E537344-FEA5-40A4-9698-6C5FAB162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1" name="Gerader Verbinder 1200">
              <a:extLst>
                <a:ext uri="{FF2B5EF4-FFF2-40B4-BE49-F238E27FC236}">
                  <a16:creationId xmlns:a16="http://schemas.microsoft.com/office/drawing/2014/main" id="{C5C7FB88-1CA5-4428-A5E9-FA8BEFBBD7FB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2" name="Gerader Verbinder 1201">
              <a:extLst>
                <a:ext uri="{FF2B5EF4-FFF2-40B4-BE49-F238E27FC236}">
                  <a16:creationId xmlns:a16="http://schemas.microsoft.com/office/drawing/2014/main" id="{8508A7A9-4A1B-4DD7-8B22-38886C6C450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3" name="Gerader Verbinder 1202">
              <a:extLst>
                <a:ext uri="{FF2B5EF4-FFF2-40B4-BE49-F238E27FC236}">
                  <a16:creationId xmlns:a16="http://schemas.microsoft.com/office/drawing/2014/main" id="{908EBCDE-934F-49E3-ACA3-96513F10F148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4" name="Gerader Verbinder 1203">
              <a:extLst>
                <a:ext uri="{FF2B5EF4-FFF2-40B4-BE49-F238E27FC236}">
                  <a16:creationId xmlns:a16="http://schemas.microsoft.com/office/drawing/2014/main" id="{26A5A624-11EE-4113-9D8A-4050F25C8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Gerader Verbinder 1204">
              <a:extLst>
                <a:ext uri="{FF2B5EF4-FFF2-40B4-BE49-F238E27FC236}">
                  <a16:creationId xmlns:a16="http://schemas.microsoft.com/office/drawing/2014/main" id="{A80800D6-FD63-4ABF-BC6B-1324B6A0F8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Gerader Verbinder 1205">
              <a:extLst>
                <a:ext uri="{FF2B5EF4-FFF2-40B4-BE49-F238E27FC236}">
                  <a16:creationId xmlns:a16="http://schemas.microsoft.com/office/drawing/2014/main" id="{FFAB1392-91D2-41EB-A1D1-D5FA0C7EBB4F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Gerader Verbinder 1206">
              <a:extLst>
                <a:ext uri="{FF2B5EF4-FFF2-40B4-BE49-F238E27FC236}">
                  <a16:creationId xmlns:a16="http://schemas.microsoft.com/office/drawing/2014/main" id="{FE0FFE36-7228-45B1-ACE7-7BD38B36E41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8" name="Gerader Verbinder 1207">
              <a:extLst>
                <a:ext uri="{FF2B5EF4-FFF2-40B4-BE49-F238E27FC236}">
                  <a16:creationId xmlns:a16="http://schemas.microsoft.com/office/drawing/2014/main" id="{395B9211-C614-4078-ADA4-92E6A0E05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9" name="Gerader Verbinder 1208">
              <a:extLst>
                <a:ext uri="{FF2B5EF4-FFF2-40B4-BE49-F238E27FC236}">
                  <a16:creationId xmlns:a16="http://schemas.microsoft.com/office/drawing/2014/main" id="{2449AD2F-FC64-4225-8D8B-B825C4686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0" name="Gerader Verbinder 1209">
              <a:extLst>
                <a:ext uri="{FF2B5EF4-FFF2-40B4-BE49-F238E27FC236}">
                  <a16:creationId xmlns:a16="http://schemas.microsoft.com/office/drawing/2014/main" id="{DC20E3C5-0761-4FD5-9499-262E0153427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1" name="Gerader Verbinder 1210">
              <a:extLst>
                <a:ext uri="{FF2B5EF4-FFF2-40B4-BE49-F238E27FC236}">
                  <a16:creationId xmlns:a16="http://schemas.microsoft.com/office/drawing/2014/main" id="{5CB23DCA-FF08-49DD-ABA8-C4F836ABD8D9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Gerader Verbinder 1211">
              <a:extLst>
                <a:ext uri="{FF2B5EF4-FFF2-40B4-BE49-F238E27FC236}">
                  <a16:creationId xmlns:a16="http://schemas.microsoft.com/office/drawing/2014/main" id="{D6DBEA42-F2A5-48E1-A40C-7E36C99E1A27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3" name="Gerader Verbinder 1212">
              <a:extLst>
                <a:ext uri="{FF2B5EF4-FFF2-40B4-BE49-F238E27FC236}">
                  <a16:creationId xmlns:a16="http://schemas.microsoft.com/office/drawing/2014/main" id="{C1DD41E0-DD3D-4700-A2F3-7E82D1C1C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4" name="Gerader Verbinder 1213">
              <a:extLst>
                <a:ext uri="{FF2B5EF4-FFF2-40B4-BE49-F238E27FC236}">
                  <a16:creationId xmlns:a16="http://schemas.microsoft.com/office/drawing/2014/main" id="{A6301823-7963-44C4-B785-F8EEA8CB3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Gerader Verbinder 1214">
              <a:extLst>
                <a:ext uri="{FF2B5EF4-FFF2-40B4-BE49-F238E27FC236}">
                  <a16:creationId xmlns:a16="http://schemas.microsoft.com/office/drawing/2014/main" id="{D0F7C937-CF26-4E0A-BBD4-64B2812A4583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688440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Gerader Verbinder 1215">
              <a:extLst>
                <a:ext uri="{FF2B5EF4-FFF2-40B4-BE49-F238E27FC236}">
                  <a16:creationId xmlns:a16="http://schemas.microsoft.com/office/drawing/2014/main" id="{27D0816C-37A1-4993-A5E5-AC7039F9F56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600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7" name="Gerader Verbinder 1216">
              <a:extLst>
                <a:ext uri="{FF2B5EF4-FFF2-40B4-BE49-F238E27FC236}">
                  <a16:creationId xmlns:a16="http://schemas.microsoft.com/office/drawing/2014/main" id="{E222A18B-D1F5-4463-BFD3-505C6A2B3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8" name="Gerader Verbinder 1217">
              <a:extLst>
                <a:ext uri="{FF2B5EF4-FFF2-40B4-BE49-F238E27FC236}">
                  <a16:creationId xmlns:a16="http://schemas.microsoft.com/office/drawing/2014/main" id="{EC46633E-28F2-4C92-8D64-7302EA54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6009212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Gerader Verbinder 1218">
              <a:extLst>
                <a:ext uri="{FF2B5EF4-FFF2-40B4-BE49-F238E27FC236}">
                  <a16:creationId xmlns:a16="http://schemas.microsoft.com/office/drawing/2014/main" id="{0B927108-7E07-4FF7-B9C4-3EA61CF56AA4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032551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Gerader Verbinder 1219">
              <a:extLst>
                <a:ext uri="{FF2B5EF4-FFF2-40B4-BE49-F238E27FC236}">
                  <a16:creationId xmlns:a16="http://schemas.microsoft.com/office/drawing/2014/main" id="{2249A651-6949-498A-BEA4-AAE2278F419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742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Gerader Verbinder 1220">
              <a:extLst>
                <a:ext uri="{FF2B5EF4-FFF2-40B4-BE49-F238E27FC236}">
                  <a16:creationId xmlns:a16="http://schemas.microsoft.com/office/drawing/2014/main" id="{3B767E0C-FFAC-440A-8F0F-388EE2335C5D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886183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Gerader Verbinder 1221">
              <a:extLst>
                <a:ext uri="{FF2B5EF4-FFF2-40B4-BE49-F238E27FC236}">
                  <a16:creationId xmlns:a16="http://schemas.microsoft.com/office/drawing/2014/main" id="{902C9275-E58C-45BF-98C5-DC9FA1C792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Gerader Verbinder 1222">
              <a:extLst>
                <a:ext uri="{FF2B5EF4-FFF2-40B4-BE49-F238E27FC236}">
                  <a16:creationId xmlns:a16="http://schemas.microsoft.com/office/drawing/2014/main" id="{C4F8001E-07B8-48DC-BD51-8F2D3B934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6005513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4" name="Gerader Verbinder 1223">
              <a:extLst>
                <a:ext uri="{FF2B5EF4-FFF2-40B4-BE49-F238E27FC236}">
                  <a16:creationId xmlns:a16="http://schemas.microsoft.com/office/drawing/2014/main" id="{CF3BDE08-D3EC-42D6-9994-D02EE14F0830}"/>
                </a:ext>
              </a:extLst>
            </p:cNvPr>
            <p:cNvCxnSpPr>
              <a:cxnSpLocks/>
            </p:cNvCxnSpPr>
            <p:nvPr/>
          </p:nvCxnSpPr>
          <p:spPr>
            <a:xfrm>
              <a:off x="823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5" name="Gerader Verbinder 1224">
              <a:extLst>
                <a:ext uri="{FF2B5EF4-FFF2-40B4-BE49-F238E27FC236}">
                  <a16:creationId xmlns:a16="http://schemas.microsoft.com/office/drawing/2014/main" id="{87A0058A-2915-43D8-8BBF-E8072E53D20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6" name="Gerader Verbinder 1225">
              <a:extLst>
                <a:ext uri="{FF2B5EF4-FFF2-40B4-BE49-F238E27FC236}">
                  <a16:creationId xmlns:a16="http://schemas.microsoft.com/office/drawing/2014/main" id="{AC796FE7-BDB2-420A-885E-BC583717C1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7" name="Gerader Verbinder 1226">
              <a:extLst>
                <a:ext uri="{FF2B5EF4-FFF2-40B4-BE49-F238E27FC236}">
                  <a16:creationId xmlns:a16="http://schemas.microsoft.com/office/drawing/2014/main" id="{39561360-AADB-4445-A2E1-2F02786BE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Gerader Verbinder 1227">
              <a:extLst>
                <a:ext uri="{FF2B5EF4-FFF2-40B4-BE49-F238E27FC236}">
                  <a16:creationId xmlns:a16="http://schemas.microsoft.com/office/drawing/2014/main" id="{12F19B42-F5A7-45E7-BF61-ECE84CB6AB7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9" name="Gerader Verbinder 1228">
              <a:extLst>
                <a:ext uri="{FF2B5EF4-FFF2-40B4-BE49-F238E27FC236}">
                  <a16:creationId xmlns:a16="http://schemas.microsoft.com/office/drawing/2014/main" id="{19089D52-AEF6-4EDE-8E65-2C8F1B6D910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" name="Gerader Verbinder 1229">
              <a:extLst>
                <a:ext uri="{FF2B5EF4-FFF2-40B4-BE49-F238E27FC236}">
                  <a16:creationId xmlns:a16="http://schemas.microsoft.com/office/drawing/2014/main" id="{6491CB1B-BA02-4BE0-86A0-C9464F0DA18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1" name="Gerader Verbinder 1230">
              <a:extLst>
                <a:ext uri="{FF2B5EF4-FFF2-40B4-BE49-F238E27FC236}">
                  <a16:creationId xmlns:a16="http://schemas.microsoft.com/office/drawing/2014/main" id="{38E774D3-3362-484C-B0E6-C4239B3571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2" name="Gerader Verbinder 1231">
              <a:extLst>
                <a:ext uri="{FF2B5EF4-FFF2-40B4-BE49-F238E27FC236}">
                  <a16:creationId xmlns:a16="http://schemas.microsoft.com/office/drawing/2014/main" id="{61960089-D90B-4CD5-82EB-0AA37B800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3" name="Gerader Verbinder 1232">
              <a:extLst>
                <a:ext uri="{FF2B5EF4-FFF2-40B4-BE49-F238E27FC236}">
                  <a16:creationId xmlns:a16="http://schemas.microsoft.com/office/drawing/2014/main" id="{25A57067-884D-4B4E-9FD7-B99CD61D61F2}"/>
                </a:ext>
              </a:extLst>
            </p:cNvPr>
            <p:cNvCxnSpPr>
              <a:cxnSpLocks/>
            </p:cNvCxnSpPr>
            <p:nvPr/>
          </p:nvCxnSpPr>
          <p:spPr>
            <a:xfrm>
              <a:off x="3917179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4" name="Gerader Verbinder 1233">
              <a:extLst>
                <a:ext uri="{FF2B5EF4-FFF2-40B4-BE49-F238E27FC236}">
                  <a16:creationId xmlns:a16="http://schemas.microsoft.com/office/drawing/2014/main" id="{803BE1AC-3543-4D72-801E-1A7D02D856D6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Gerader Verbinder 1234">
              <a:extLst>
                <a:ext uri="{FF2B5EF4-FFF2-40B4-BE49-F238E27FC236}">
                  <a16:creationId xmlns:a16="http://schemas.microsoft.com/office/drawing/2014/main" id="{D119696B-5221-420A-A605-BFEECB52E4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6" name="Gerader Verbinder 1235">
              <a:extLst>
                <a:ext uri="{FF2B5EF4-FFF2-40B4-BE49-F238E27FC236}">
                  <a16:creationId xmlns:a16="http://schemas.microsoft.com/office/drawing/2014/main" id="{E650FD31-1859-462A-9F99-D93AC2156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Gerader Verbinder 1236">
              <a:extLst>
                <a:ext uri="{FF2B5EF4-FFF2-40B4-BE49-F238E27FC236}">
                  <a16:creationId xmlns:a16="http://schemas.microsoft.com/office/drawing/2014/main" id="{61DFBE79-7AA9-479C-969E-B855D16D9B4E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Gerader Verbinder 1237">
              <a:extLst>
                <a:ext uri="{FF2B5EF4-FFF2-40B4-BE49-F238E27FC236}">
                  <a16:creationId xmlns:a16="http://schemas.microsoft.com/office/drawing/2014/main" id="{A3403445-AD25-4913-B596-29BC74A2BA1F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Gerader Verbinder 1238">
              <a:extLst>
                <a:ext uri="{FF2B5EF4-FFF2-40B4-BE49-F238E27FC236}">
                  <a16:creationId xmlns:a16="http://schemas.microsoft.com/office/drawing/2014/main" id="{2B5BBF84-D395-4282-8D92-700510219C20}"/>
                </a:ext>
              </a:extLst>
            </p:cNvPr>
            <p:cNvCxnSpPr>
              <a:cxnSpLocks/>
            </p:cNvCxnSpPr>
            <p:nvPr/>
          </p:nvCxnSpPr>
          <p:spPr>
            <a:xfrm>
              <a:off x="3863913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Gerader Verbinder 1239">
              <a:extLst>
                <a:ext uri="{FF2B5EF4-FFF2-40B4-BE49-F238E27FC236}">
                  <a16:creationId xmlns:a16="http://schemas.microsoft.com/office/drawing/2014/main" id="{F13A1950-C758-4150-98A7-8A60D16DF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Gerader Verbinder 1240">
              <a:extLst>
                <a:ext uri="{FF2B5EF4-FFF2-40B4-BE49-F238E27FC236}">
                  <a16:creationId xmlns:a16="http://schemas.microsoft.com/office/drawing/2014/main" id="{B60E3EFB-1D8F-4681-8CEE-5295F11E84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Gerader Verbinder 1241">
              <a:extLst>
                <a:ext uri="{FF2B5EF4-FFF2-40B4-BE49-F238E27FC236}">
                  <a16:creationId xmlns:a16="http://schemas.microsoft.com/office/drawing/2014/main" id="{3BF708D4-A91C-4F1B-AC87-C713E5F598E5}"/>
                </a:ext>
              </a:extLst>
            </p:cNvPr>
            <p:cNvCxnSpPr>
              <a:cxnSpLocks/>
            </p:cNvCxnSpPr>
            <p:nvPr/>
          </p:nvCxnSpPr>
          <p:spPr>
            <a:xfrm>
              <a:off x="-402821" y="-174524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Gerader Verbinder 1242">
              <a:extLst>
                <a:ext uri="{FF2B5EF4-FFF2-40B4-BE49-F238E27FC236}">
                  <a16:creationId xmlns:a16="http://schemas.microsoft.com/office/drawing/2014/main" id="{42FAB39E-0920-434F-BADE-9CBD0DD6824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2624137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Gerader Verbinder 1243">
              <a:extLst>
                <a:ext uri="{FF2B5EF4-FFF2-40B4-BE49-F238E27FC236}">
                  <a16:creationId xmlns:a16="http://schemas.microsoft.com/office/drawing/2014/main" id="{22133BA3-EC16-4ED4-9496-98F1FD146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Gerader Verbinder 1244">
              <a:extLst>
                <a:ext uri="{FF2B5EF4-FFF2-40B4-BE49-F238E27FC236}">
                  <a16:creationId xmlns:a16="http://schemas.microsoft.com/office/drawing/2014/main" id="{5EC150C9-38BF-4D28-895C-50D0DAC8B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6087" y="-2620438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Gerader Verbinder 1245">
              <a:extLst>
                <a:ext uri="{FF2B5EF4-FFF2-40B4-BE49-F238E27FC236}">
                  <a16:creationId xmlns:a16="http://schemas.microsoft.com/office/drawing/2014/main" id="{0C68D23B-D534-490C-8565-610BCC6923ED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1695863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Gerader Verbinder 1246">
              <a:extLst>
                <a:ext uri="{FF2B5EF4-FFF2-40B4-BE49-F238E27FC236}">
                  <a16:creationId xmlns:a16="http://schemas.microsoft.com/office/drawing/2014/main" id="{8968F068-D3E6-4648-83E8-D0F87700CC3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-1207811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Gerader Verbinder 1247">
              <a:extLst>
                <a:ext uri="{FF2B5EF4-FFF2-40B4-BE49-F238E27FC236}">
                  <a16:creationId xmlns:a16="http://schemas.microsoft.com/office/drawing/2014/main" id="{91E13072-4BD8-4BD4-A94F-1C5EE5CF01EC}"/>
                </a:ext>
              </a:extLst>
            </p:cNvPr>
            <p:cNvCxnSpPr>
              <a:cxnSpLocks/>
            </p:cNvCxnSpPr>
            <p:nvPr/>
          </p:nvCxnSpPr>
          <p:spPr>
            <a:xfrm>
              <a:off x="-456087" y="232189"/>
              <a:ext cx="432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Gerader Verbinder 1248">
              <a:extLst>
                <a:ext uri="{FF2B5EF4-FFF2-40B4-BE49-F238E27FC236}">
                  <a16:creationId xmlns:a16="http://schemas.microsoft.com/office/drawing/2014/main" id="{6E66F0D4-85CC-4AFC-855B-6B01F993C8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913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Gerader Verbinder 1249">
              <a:extLst>
                <a:ext uri="{FF2B5EF4-FFF2-40B4-BE49-F238E27FC236}">
                  <a16:creationId xmlns:a16="http://schemas.microsoft.com/office/drawing/2014/main" id="{E2337C0E-BBE4-442A-BDC6-BE0A94853C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1738" y="-2624137"/>
              <a:ext cx="0" cy="43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4" name="Rechteck 653">
            <a:extLst>
              <a:ext uri="{FF2B5EF4-FFF2-40B4-BE49-F238E27FC236}">
                <a16:creationId xmlns:a16="http://schemas.microsoft.com/office/drawing/2014/main" id="{DB064EC5-38DE-4029-A0EB-004D589A1BD3}"/>
              </a:ext>
            </a:extLst>
          </p:cNvPr>
          <p:cNvSpPr/>
          <p:nvPr/>
        </p:nvSpPr>
        <p:spPr>
          <a:xfrm>
            <a:off x="5053429" y="2810952"/>
            <a:ext cx="407460" cy="4222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55" name="Rechteck 654">
            <a:extLst>
              <a:ext uri="{FF2B5EF4-FFF2-40B4-BE49-F238E27FC236}">
                <a16:creationId xmlns:a16="http://schemas.microsoft.com/office/drawing/2014/main" id="{E24F5582-8CCC-44EA-A674-F189868029C2}"/>
              </a:ext>
            </a:extLst>
          </p:cNvPr>
          <p:cNvSpPr/>
          <p:nvPr/>
        </p:nvSpPr>
        <p:spPr>
          <a:xfrm>
            <a:off x="5460889" y="2810951"/>
            <a:ext cx="407460" cy="4222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56" name="Rechteck 655">
            <a:extLst>
              <a:ext uri="{FF2B5EF4-FFF2-40B4-BE49-F238E27FC236}">
                <a16:creationId xmlns:a16="http://schemas.microsoft.com/office/drawing/2014/main" id="{6338B0CA-F353-4655-AAAC-EAFF7230BCC5}"/>
              </a:ext>
            </a:extLst>
          </p:cNvPr>
          <p:cNvSpPr/>
          <p:nvPr/>
        </p:nvSpPr>
        <p:spPr>
          <a:xfrm>
            <a:off x="4642465" y="2810954"/>
            <a:ext cx="407460" cy="4222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57" name="Rechteck 656">
            <a:extLst>
              <a:ext uri="{FF2B5EF4-FFF2-40B4-BE49-F238E27FC236}">
                <a16:creationId xmlns:a16="http://schemas.microsoft.com/office/drawing/2014/main" id="{FFB99403-9248-4D6F-91C0-9B7F6CB11EDA}"/>
              </a:ext>
            </a:extLst>
          </p:cNvPr>
          <p:cNvSpPr/>
          <p:nvPr/>
        </p:nvSpPr>
        <p:spPr>
          <a:xfrm>
            <a:off x="5460889" y="2378200"/>
            <a:ext cx="407460" cy="4222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58" name="Rechteck 657">
            <a:extLst>
              <a:ext uri="{FF2B5EF4-FFF2-40B4-BE49-F238E27FC236}">
                <a16:creationId xmlns:a16="http://schemas.microsoft.com/office/drawing/2014/main" id="{78099426-BD13-473B-B8D0-DC9A48A6D993}"/>
              </a:ext>
            </a:extLst>
          </p:cNvPr>
          <p:cNvSpPr/>
          <p:nvPr/>
        </p:nvSpPr>
        <p:spPr>
          <a:xfrm>
            <a:off x="5059472" y="1940181"/>
            <a:ext cx="398702" cy="4291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754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Regeln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7936DC1-0F2C-4D5B-A8C7-4B8C6FF04E2A}"/>
              </a:ext>
            </a:extLst>
          </p:cNvPr>
          <p:cNvCxnSpPr/>
          <p:nvPr/>
        </p:nvCxnSpPr>
        <p:spPr>
          <a:xfrm>
            <a:off x="3917179" y="25695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05C91-9227-4181-A37B-B168B9B569E2}"/>
              </a:ext>
            </a:extLst>
          </p:cNvPr>
          <p:cNvCxnSpPr>
            <a:cxnSpLocks/>
          </p:cNvCxnSpPr>
          <p:nvPr/>
        </p:nvCxnSpPr>
        <p:spPr>
          <a:xfrm>
            <a:off x="3863913" y="169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8A9F5BA-8ECD-45E4-9DC9-CBB4977E4321}"/>
              </a:ext>
            </a:extLst>
          </p:cNvPr>
          <p:cNvCxnSpPr>
            <a:cxnSpLocks/>
          </p:cNvCxnSpPr>
          <p:nvPr/>
        </p:nvCxnSpPr>
        <p:spPr>
          <a:xfrm flipV="1">
            <a:off x="818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89CB1B-2C8F-4391-B41F-DA3CF97BDC44}"/>
              </a:ext>
            </a:extLst>
          </p:cNvPr>
          <p:cNvCxnSpPr>
            <a:cxnSpLocks/>
          </p:cNvCxnSpPr>
          <p:nvPr/>
        </p:nvCxnSpPr>
        <p:spPr>
          <a:xfrm flipV="1">
            <a:off x="3863913" y="1694387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E380A3C-7EC1-4429-96D0-965830E23213}"/>
              </a:ext>
            </a:extLst>
          </p:cNvPr>
          <p:cNvCxnSpPr>
            <a:cxnSpLocks/>
          </p:cNvCxnSpPr>
          <p:nvPr/>
        </p:nvCxnSpPr>
        <p:spPr>
          <a:xfrm>
            <a:off x="3863913" y="601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E0E6F9-80B7-445D-BC5C-B55CEAE43BA1}"/>
              </a:ext>
            </a:extLst>
          </p:cNvPr>
          <p:cNvCxnSpPr>
            <a:cxnSpLocks/>
          </p:cNvCxnSpPr>
          <p:nvPr/>
        </p:nvCxnSpPr>
        <p:spPr>
          <a:xfrm>
            <a:off x="3863913" y="310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ADAED4D-F54E-45C0-B4F1-EE49D7131A66}"/>
              </a:ext>
            </a:extLst>
          </p:cNvPr>
          <p:cNvCxnSpPr>
            <a:cxnSpLocks/>
          </p:cNvCxnSpPr>
          <p:nvPr/>
        </p:nvCxnSpPr>
        <p:spPr>
          <a:xfrm>
            <a:off x="3863913" y="454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57EF046-A556-411B-8853-6009EB07B79D}"/>
              </a:ext>
            </a:extLst>
          </p:cNvPr>
          <p:cNvCxnSpPr>
            <a:cxnSpLocks/>
          </p:cNvCxnSpPr>
          <p:nvPr/>
        </p:nvCxnSpPr>
        <p:spPr>
          <a:xfrm flipV="1">
            <a:off x="530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7DBC954-E31D-4C00-A17A-581A0383BC46}"/>
              </a:ext>
            </a:extLst>
          </p:cNvPr>
          <p:cNvCxnSpPr>
            <a:cxnSpLocks/>
          </p:cNvCxnSpPr>
          <p:nvPr/>
        </p:nvCxnSpPr>
        <p:spPr>
          <a:xfrm flipV="1">
            <a:off x="6731738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EC29A820-AA6F-40E4-A7E3-1D9D2D24FB84}"/>
              </a:ext>
            </a:extLst>
          </p:cNvPr>
          <p:cNvSpPr/>
          <p:nvPr/>
        </p:nvSpPr>
        <p:spPr>
          <a:xfrm>
            <a:off x="5303912" y="3103316"/>
            <a:ext cx="1427815" cy="14400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325C6C7-B31B-4E7B-90C1-74D65CE0D4F2}"/>
              </a:ext>
            </a:extLst>
          </p:cNvPr>
          <p:cNvSpPr/>
          <p:nvPr/>
        </p:nvSpPr>
        <p:spPr>
          <a:xfrm>
            <a:off x="3863910" y="1695170"/>
            <a:ext cx="1446084" cy="140892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AEF6220-D948-4C1B-9963-8E45A27924E8}"/>
              </a:ext>
            </a:extLst>
          </p:cNvPr>
          <p:cNvSpPr/>
          <p:nvPr/>
        </p:nvSpPr>
        <p:spPr>
          <a:xfrm>
            <a:off x="5303911" y="1694386"/>
            <a:ext cx="1415661" cy="140892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661E383-2AEB-47E0-88CC-94B6AE550526}"/>
              </a:ext>
            </a:extLst>
          </p:cNvPr>
          <p:cNvSpPr/>
          <p:nvPr/>
        </p:nvSpPr>
        <p:spPr>
          <a:xfrm>
            <a:off x="6719572" y="1695171"/>
            <a:ext cx="1470428" cy="14187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6AC33A1-008E-47F9-BE0D-084E0B1629E1}"/>
              </a:ext>
            </a:extLst>
          </p:cNvPr>
          <p:cNvSpPr/>
          <p:nvPr/>
        </p:nvSpPr>
        <p:spPr>
          <a:xfrm>
            <a:off x="3863910" y="3110220"/>
            <a:ext cx="1440000" cy="14400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44C290F-17A2-479B-8F65-3CD6BC0EBBD6}"/>
              </a:ext>
            </a:extLst>
          </p:cNvPr>
          <p:cNvSpPr/>
          <p:nvPr/>
        </p:nvSpPr>
        <p:spPr>
          <a:xfrm>
            <a:off x="3869994" y="4550220"/>
            <a:ext cx="1440000" cy="145356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AD64B67-BEA9-4018-AB5D-F5D3551B1998}"/>
              </a:ext>
            </a:extLst>
          </p:cNvPr>
          <p:cNvSpPr/>
          <p:nvPr/>
        </p:nvSpPr>
        <p:spPr>
          <a:xfrm>
            <a:off x="5309994" y="4546521"/>
            <a:ext cx="1418696" cy="145590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1F5B65A-22F7-4435-B4B8-438338A82E91}"/>
              </a:ext>
            </a:extLst>
          </p:cNvPr>
          <p:cNvSpPr/>
          <p:nvPr/>
        </p:nvSpPr>
        <p:spPr>
          <a:xfrm>
            <a:off x="6728690" y="4552641"/>
            <a:ext cx="1449127" cy="145356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0CDBEBA-525F-42E1-99BB-8170B9B5FFA1}"/>
              </a:ext>
            </a:extLst>
          </p:cNvPr>
          <p:cNvSpPr/>
          <p:nvPr/>
        </p:nvSpPr>
        <p:spPr>
          <a:xfrm>
            <a:off x="6737828" y="3108028"/>
            <a:ext cx="1439989" cy="143208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463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Regeln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7936DC1-0F2C-4D5B-A8C7-4B8C6FF04E2A}"/>
              </a:ext>
            </a:extLst>
          </p:cNvPr>
          <p:cNvCxnSpPr/>
          <p:nvPr/>
        </p:nvCxnSpPr>
        <p:spPr>
          <a:xfrm>
            <a:off x="3917179" y="25695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05C91-9227-4181-A37B-B168B9B569E2}"/>
              </a:ext>
            </a:extLst>
          </p:cNvPr>
          <p:cNvCxnSpPr>
            <a:cxnSpLocks/>
          </p:cNvCxnSpPr>
          <p:nvPr/>
        </p:nvCxnSpPr>
        <p:spPr>
          <a:xfrm>
            <a:off x="3863913" y="169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8A9F5BA-8ECD-45E4-9DC9-CBB4977E4321}"/>
              </a:ext>
            </a:extLst>
          </p:cNvPr>
          <p:cNvCxnSpPr>
            <a:cxnSpLocks/>
          </p:cNvCxnSpPr>
          <p:nvPr/>
        </p:nvCxnSpPr>
        <p:spPr>
          <a:xfrm flipV="1">
            <a:off x="818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89CB1B-2C8F-4391-B41F-DA3CF97BDC44}"/>
              </a:ext>
            </a:extLst>
          </p:cNvPr>
          <p:cNvCxnSpPr>
            <a:cxnSpLocks/>
          </p:cNvCxnSpPr>
          <p:nvPr/>
        </p:nvCxnSpPr>
        <p:spPr>
          <a:xfrm flipV="1">
            <a:off x="3863913" y="1694387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E380A3C-7EC1-4429-96D0-965830E23213}"/>
              </a:ext>
            </a:extLst>
          </p:cNvPr>
          <p:cNvCxnSpPr>
            <a:cxnSpLocks/>
          </p:cNvCxnSpPr>
          <p:nvPr/>
        </p:nvCxnSpPr>
        <p:spPr>
          <a:xfrm>
            <a:off x="3863913" y="601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E0E6F9-80B7-445D-BC5C-B55CEAE43BA1}"/>
              </a:ext>
            </a:extLst>
          </p:cNvPr>
          <p:cNvCxnSpPr>
            <a:cxnSpLocks/>
          </p:cNvCxnSpPr>
          <p:nvPr/>
        </p:nvCxnSpPr>
        <p:spPr>
          <a:xfrm>
            <a:off x="3863913" y="310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ADAED4D-F54E-45C0-B4F1-EE49D7131A66}"/>
              </a:ext>
            </a:extLst>
          </p:cNvPr>
          <p:cNvCxnSpPr>
            <a:cxnSpLocks/>
          </p:cNvCxnSpPr>
          <p:nvPr/>
        </p:nvCxnSpPr>
        <p:spPr>
          <a:xfrm>
            <a:off x="3863913" y="454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57EF046-A556-411B-8853-6009EB07B79D}"/>
              </a:ext>
            </a:extLst>
          </p:cNvPr>
          <p:cNvCxnSpPr>
            <a:cxnSpLocks/>
          </p:cNvCxnSpPr>
          <p:nvPr/>
        </p:nvCxnSpPr>
        <p:spPr>
          <a:xfrm flipV="1">
            <a:off x="530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7DBC954-E31D-4C00-A17A-581A0383BC46}"/>
              </a:ext>
            </a:extLst>
          </p:cNvPr>
          <p:cNvCxnSpPr>
            <a:cxnSpLocks/>
          </p:cNvCxnSpPr>
          <p:nvPr/>
        </p:nvCxnSpPr>
        <p:spPr>
          <a:xfrm flipV="1">
            <a:off x="6731738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30551124-D406-4ABB-8CB7-FBBF96E95383}"/>
              </a:ext>
            </a:extLst>
          </p:cNvPr>
          <p:cNvSpPr/>
          <p:nvPr/>
        </p:nvSpPr>
        <p:spPr>
          <a:xfrm>
            <a:off x="5307419" y="3116014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4771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Regeln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7936DC1-0F2C-4D5B-A8C7-4B8C6FF04E2A}"/>
              </a:ext>
            </a:extLst>
          </p:cNvPr>
          <p:cNvCxnSpPr/>
          <p:nvPr/>
        </p:nvCxnSpPr>
        <p:spPr>
          <a:xfrm>
            <a:off x="3917179" y="25695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05C91-9227-4181-A37B-B168B9B569E2}"/>
              </a:ext>
            </a:extLst>
          </p:cNvPr>
          <p:cNvCxnSpPr>
            <a:cxnSpLocks/>
          </p:cNvCxnSpPr>
          <p:nvPr/>
        </p:nvCxnSpPr>
        <p:spPr>
          <a:xfrm>
            <a:off x="3863913" y="169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8A9F5BA-8ECD-45E4-9DC9-CBB4977E4321}"/>
              </a:ext>
            </a:extLst>
          </p:cNvPr>
          <p:cNvCxnSpPr>
            <a:cxnSpLocks/>
          </p:cNvCxnSpPr>
          <p:nvPr/>
        </p:nvCxnSpPr>
        <p:spPr>
          <a:xfrm flipV="1">
            <a:off x="818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89CB1B-2C8F-4391-B41F-DA3CF97BDC44}"/>
              </a:ext>
            </a:extLst>
          </p:cNvPr>
          <p:cNvCxnSpPr>
            <a:cxnSpLocks/>
          </p:cNvCxnSpPr>
          <p:nvPr/>
        </p:nvCxnSpPr>
        <p:spPr>
          <a:xfrm flipV="1">
            <a:off x="3863913" y="1694387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E380A3C-7EC1-4429-96D0-965830E23213}"/>
              </a:ext>
            </a:extLst>
          </p:cNvPr>
          <p:cNvCxnSpPr>
            <a:cxnSpLocks/>
          </p:cNvCxnSpPr>
          <p:nvPr/>
        </p:nvCxnSpPr>
        <p:spPr>
          <a:xfrm>
            <a:off x="3863913" y="601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E0E6F9-80B7-445D-BC5C-B55CEAE43BA1}"/>
              </a:ext>
            </a:extLst>
          </p:cNvPr>
          <p:cNvCxnSpPr>
            <a:cxnSpLocks/>
          </p:cNvCxnSpPr>
          <p:nvPr/>
        </p:nvCxnSpPr>
        <p:spPr>
          <a:xfrm>
            <a:off x="3863913" y="310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ADAED4D-F54E-45C0-B4F1-EE49D7131A66}"/>
              </a:ext>
            </a:extLst>
          </p:cNvPr>
          <p:cNvCxnSpPr>
            <a:cxnSpLocks/>
          </p:cNvCxnSpPr>
          <p:nvPr/>
        </p:nvCxnSpPr>
        <p:spPr>
          <a:xfrm>
            <a:off x="3863913" y="454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57EF046-A556-411B-8853-6009EB07B79D}"/>
              </a:ext>
            </a:extLst>
          </p:cNvPr>
          <p:cNvCxnSpPr>
            <a:cxnSpLocks/>
          </p:cNvCxnSpPr>
          <p:nvPr/>
        </p:nvCxnSpPr>
        <p:spPr>
          <a:xfrm flipV="1">
            <a:off x="530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7DBC954-E31D-4C00-A17A-581A0383BC46}"/>
              </a:ext>
            </a:extLst>
          </p:cNvPr>
          <p:cNvCxnSpPr>
            <a:cxnSpLocks/>
          </p:cNvCxnSpPr>
          <p:nvPr/>
        </p:nvCxnSpPr>
        <p:spPr>
          <a:xfrm flipV="1">
            <a:off x="6731738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30551124-D406-4ABB-8CB7-FBBF96E95383}"/>
              </a:ext>
            </a:extLst>
          </p:cNvPr>
          <p:cNvSpPr/>
          <p:nvPr/>
        </p:nvSpPr>
        <p:spPr>
          <a:xfrm>
            <a:off x="5307419" y="3116014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4ABCCF7-7273-45C5-8808-F8407A0762E1}"/>
              </a:ext>
            </a:extLst>
          </p:cNvPr>
          <p:cNvSpPr/>
          <p:nvPr/>
        </p:nvSpPr>
        <p:spPr>
          <a:xfrm>
            <a:off x="3873337" y="1696851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9604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Regeln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7936DC1-0F2C-4D5B-A8C7-4B8C6FF04E2A}"/>
              </a:ext>
            </a:extLst>
          </p:cNvPr>
          <p:cNvCxnSpPr/>
          <p:nvPr/>
        </p:nvCxnSpPr>
        <p:spPr>
          <a:xfrm>
            <a:off x="3917179" y="25695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05C91-9227-4181-A37B-B168B9B569E2}"/>
              </a:ext>
            </a:extLst>
          </p:cNvPr>
          <p:cNvCxnSpPr>
            <a:cxnSpLocks/>
          </p:cNvCxnSpPr>
          <p:nvPr/>
        </p:nvCxnSpPr>
        <p:spPr>
          <a:xfrm>
            <a:off x="3863913" y="169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8A9F5BA-8ECD-45E4-9DC9-CBB4977E4321}"/>
              </a:ext>
            </a:extLst>
          </p:cNvPr>
          <p:cNvCxnSpPr>
            <a:cxnSpLocks/>
          </p:cNvCxnSpPr>
          <p:nvPr/>
        </p:nvCxnSpPr>
        <p:spPr>
          <a:xfrm flipV="1">
            <a:off x="818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89CB1B-2C8F-4391-B41F-DA3CF97BDC44}"/>
              </a:ext>
            </a:extLst>
          </p:cNvPr>
          <p:cNvCxnSpPr>
            <a:cxnSpLocks/>
          </p:cNvCxnSpPr>
          <p:nvPr/>
        </p:nvCxnSpPr>
        <p:spPr>
          <a:xfrm flipV="1">
            <a:off x="3863913" y="1694387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E380A3C-7EC1-4429-96D0-965830E23213}"/>
              </a:ext>
            </a:extLst>
          </p:cNvPr>
          <p:cNvCxnSpPr>
            <a:cxnSpLocks/>
          </p:cNvCxnSpPr>
          <p:nvPr/>
        </p:nvCxnSpPr>
        <p:spPr>
          <a:xfrm>
            <a:off x="3863913" y="601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E0E6F9-80B7-445D-BC5C-B55CEAE43BA1}"/>
              </a:ext>
            </a:extLst>
          </p:cNvPr>
          <p:cNvCxnSpPr>
            <a:cxnSpLocks/>
          </p:cNvCxnSpPr>
          <p:nvPr/>
        </p:nvCxnSpPr>
        <p:spPr>
          <a:xfrm>
            <a:off x="3863913" y="310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ADAED4D-F54E-45C0-B4F1-EE49D7131A66}"/>
              </a:ext>
            </a:extLst>
          </p:cNvPr>
          <p:cNvCxnSpPr>
            <a:cxnSpLocks/>
          </p:cNvCxnSpPr>
          <p:nvPr/>
        </p:nvCxnSpPr>
        <p:spPr>
          <a:xfrm>
            <a:off x="3863913" y="454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57EF046-A556-411B-8853-6009EB07B79D}"/>
              </a:ext>
            </a:extLst>
          </p:cNvPr>
          <p:cNvCxnSpPr>
            <a:cxnSpLocks/>
          </p:cNvCxnSpPr>
          <p:nvPr/>
        </p:nvCxnSpPr>
        <p:spPr>
          <a:xfrm flipV="1">
            <a:off x="530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7DBC954-E31D-4C00-A17A-581A0383BC46}"/>
              </a:ext>
            </a:extLst>
          </p:cNvPr>
          <p:cNvCxnSpPr>
            <a:cxnSpLocks/>
          </p:cNvCxnSpPr>
          <p:nvPr/>
        </p:nvCxnSpPr>
        <p:spPr>
          <a:xfrm flipV="1">
            <a:off x="6731738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30551124-D406-4ABB-8CB7-FBBF96E95383}"/>
              </a:ext>
            </a:extLst>
          </p:cNvPr>
          <p:cNvSpPr/>
          <p:nvPr/>
        </p:nvSpPr>
        <p:spPr>
          <a:xfrm>
            <a:off x="5307419" y="3116014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4ABCCF7-7273-45C5-8808-F8407A0762E1}"/>
              </a:ext>
            </a:extLst>
          </p:cNvPr>
          <p:cNvSpPr/>
          <p:nvPr/>
        </p:nvSpPr>
        <p:spPr>
          <a:xfrm>
            <a:off x="3873337" y="1696851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7391776-4071-418E-A9E8-2B004A23DCA3}"/>
              </a:ext>
            </a:extLst>
          </p:cNvPr>
          <p:cNvCxnSpPr>
            <a:cxnSpLocks/>
          </p:cNvCxnSpPr>
          <p:nvPr/>
        </p:nvCxnSpPr>
        <p:spPr>
          <a:xfrm>
            <a:off x="5303913" y="3116014"/>
            <a:ext cx="1424320" cy="143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3BFA241-7E15-44B8-A471-A09632C2638B}"/>
              </a:ext>
            </a:extLst>
          </p:cNvPr>
          <p:cNvCxnSpPr>
            <a:cxnSpLocks/>
          </p:cNvCxnSpPr>
          <p:nvPr/>
        </p:nvCxnSpPr>
        <p:spPr>
          <a:xfrm flipV="1">
            <a:off x="5303912" y="3112316"/>
            <a:ext cx="1424321" cy="14346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31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Regeln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7936DC1-0F2C-4D5B-A8C7-4B8C6FF04E2A}"/>
              </a:ext>
            </a:extLst>
          </p:cNvPr>
          <p:cNvCxnSpPr/>
          <p:nvPr/>
        </p:nvCxnSpPr>
        <p:spPr>
          <a:xfrm>
            <a:off x="3917179" y="25695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05C91-9227-4181-A37B-B168B9B569E2}"/>
              </a:ext>
            </a:extLst>
          </p:cNvPr>
          <p:cNvCxnSpPr>
            <a:cxnSpLocks/>
          </p:cNvCxnSpPr>
          <p:nvPr/>
        </p:nvCxnSpPr>
        <p:spPr>
          <a:xfrm>
            <a:off x="3863913" y="169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8A9F5BA-8ECD-45E4-9DC9-CBB4977E4321}"/>
              </a:ext>
            </a:extLst>
          </p:cNvPr>
          <p:cNvCxnSpPr>
            <a:cxnSpLocks/>
          </p:cNvCxnSpPr>
          <p:nvPr/>
        </p:nvCxnSpPr>
        <p:spPr>
          <a:xfrm flipV="1">
            <a:off x="818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89CB1B-2C8F-4391-B41F-DA3CF97BDC44}"/>
              </a:ext>
            </a:extLst>
          </p:cNvPr>
          <p:cNvCxnSpPr>
            <a:cxnSpLocks/>
          </p:cNvCxnSpPr>
          <p:nvPr/>
        </p:nvCxnSpPr>
        <p:spPr>
          <a:xfrm flipV="1">
            <a:off x="3863913" y="1694387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E380A3C-7EC1-4429-96D0-965830E23213}"/>
              </a:ext>
            </a:extLst>
          </p:cNvPr>
          <p:cNvCxnSpPr>
            <a:cxnSpLocks/>
          </p:cNvCxnSpPr>
          <p:nvPr/>
        </p:nvCxnSpPr>
        <p:spPr>
          <a:xfrm>
            <a:off x="3863913" y="601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E0E6F9-80B7-445D-BC5C-B55CEAE43BA1}"/>
              </a:ext>
            </a:extLst>
          </p:cNvPr>
          <p:cNvCxnSpPr>
            <a:cxnSpLocks/>
          </p:cNvCxnSpPr>
          <p:nvPr/>
        </p:nvCxnSpPr>
        <p:spPr>
          <a:xfrm>
            <a:off x="3863913" y="310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ADAED4D-F54E-45C0-B4F1-EE49D7131A66}"/>
              </a:ext>
            </a:extLst>
          </p:cNvPr>
          <p:cNvCxnSpPr>
            <a:cxnSpLocks/>
          </p:cNvCxnSpPr>
          <p:nvPr/>
        </p:nvCxnSpPr>
        <p:spPr>
          <a:xfrm>
            <a:off x="3863913" y="454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57EF046-A556-411B-8853-6009EB07B79D}"/>
              </a:ext>
            </a:extLst>
          </p:cNvPr>
          <p:cNvCxnSpPr>
            <a:cxnSpLocks/>
          </p:cNvCxnSpPr>
          <p:nvPr/>
        </p:nvCxnSpPr>
        <p:spPr>
          <a:xfrm flipV="1">
            <a:off x="530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7DBC954-E31D-4C00-A17A-581A0383BC46}"/>
              </a:ext>
            </a:extLst>
          </p:cNvPr>
          <p:cNvCxnSpPr>
            <a:cxnSpLocks/>
          </p:cNvCxnSpPr>
          <p:nvPr/>
        </p:nvCxnSpPr>
        <p:spPr>
          <a:xfrm flipV="1">
            <a:off x="6731738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30551124-D406-4ABB-8CB7-FBBF96E95383}"/>
              </a:ext>
            </a:extLst>
          </p:cNvPr>
          <p:cNvSpPr/>
          <p:nvPr/>
        </p:nvSpPr>
        <p:spPr>
          <a:xfrm>
            <a:off x="5307419" y="3116014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73FFD09-DAC2-4CBB-88FE-4D1441CB97AA}"/>
              </a:ext>
            </a:extLst>
          </p:cNvPr>
          <p:cNvSpPr/>
          <p:nvPr/>
        </p:nvSpPr>
        <p:spPr>
          <a:xfrm>
            <a:off x="3873337" y="1696851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D33EBDB-A452-42E6-B73F-6E9866B20FAD}"/>
              </a:ext>
            </a:extLst>
          </p:cNvPr>
          <p:cNvSpPr/>
          <p:nvPr/>
        </p:nvSpPr>
        <p:spPr>
          <a:xfrm>
            <a:off x="6739579" y="1694386"/>
            <a:ext cx="1436494" cy="14007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B9F1ED7-DB85-48C7-9DE6-875ADEDE7896}"/>
              </a:ext>
            </a:extLst>
          </p:cNvPr>
          <p:cNvCxnSpPr>
            <a:cxnSpLocks/>
          </p:cNvCxnSpPr>
          <p:nvPr/>
        </p:nvCxnSpPr>
        <p:spPr>
          <a:xfrm>
            <a:off x="5624125" y="3954700"/>
            <a:ext cx="261937" cy="25717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C4E411F0-C62D-4118-84B0-1CD94638129F}"/>
              </a:ext>
            </a:extLst>
          </p:cNvPr>
          <p:cNvCxnSpPr>
            <a:cxnSpLocks/>
          </p:cNvCxnSpPr>
          <p:nvPr/>
        </p:nvCxnSpPr>
        <p:spPr>
          <a:xfrm flipH="1">
            <a:off x="5886063" y="3555901"/>
            <a:ext cx="581217" cy="65597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126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Regeln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7936DC1-0F2C-4D5B-A8C7-4B8C6FF04E2A}"/>
              </a:ext>
            </a:extLst>
          </p:cNvPr>
          <p:cNvCxnSpPr/>
          <p:nvPr/>
        </p:nvCxnSpPr>
        <p:spPr>
          <a:xfrm>
            <a:off x="3917179" y="25695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05C91-9227-4181-A37B-B168B9B569E2}"/>
              </a:ext>
            </a:extLst>
          </p:cNvPr>
          <p:cNvCxnSpPr>
            <a:cxnSpLocks/>
          </p:cNvCxnSpPr>
          <p:nvPr/>
        </p:nvCxnSpPr>
        <p:spPr>
          <a:xfrm>
            <a:off x="3863913" y="169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8A9F5BA-8ECD-45E4-9DC9-CBB4977E4321}"/>
              </a:ext>
            </a:extLst>
          </p:cNvPr>
          <p:cNvCxnSpPr>
            <a:cxnSpLocks/>
          </p:cNvCxnSpPr>
          <p:nvPr/>
        </p:nvCxnSpPr>
        <p:spPr>
          <a:xfrm flipV="1">
            <a:off x="818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89CB1B-2C8F-4391-B41F-DA3CF97BDC44}"/>
              </a:ext>
            </a:extLst>
          </p:cNvPr>
          <p:cNvCxnSpPr>
            <a:cxnSpLocks/>
          </p:cNvCxnSpPr>
          <p:nvPr/>
        </p:nvCxnSpPr>
        <p:spPr>
          <a:xfrm flipV="1">
            <a:off x="3863913" y="1694387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E380A3C-7EC1-4429-96D0-965830E23213}"/>
              </a:ext>
            </a:extLst>
          </p:cNvPr>
          <p:cNvCxnSpPr>
            <a:cxnSpLocks/>
          </p:cNvCxnSpPr>
          <p:nvPr/>
        </p:nvCxnSpPr>
        <p:spPr>
          <a:xfrm>
            <a:off x="3863913" y="601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E0E6F9-80B7-445D-BC5C-B55CEAE43BA1}"/>
              </a:ext>
            </a:extLst>
          </p:cNvPr>
          <p:cNvCxnSpPr>
            <a:cxnSpLocks/>
          </p:cNvCxnSpPr>
          <p:nvPr/>
        </p:nvCxnSpPr>
        <p:spPr>
          <a:xfrm>
            <a:off x="3863913" y="310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ADAED4D-F54E-45C0-B4F1-EE49D7131A66}"/>
              </a:ext>
            </a:extLst>
          </p:cNvPr>
          <p:cNvCxnSpPr>
            <a:cxnSpLocks/>
          </p:cNvCxnSpPr>
          <p:nvPr/>
        </p:nvCxnSpPr>
        <p:spPr>
          <a:xfrm>
            <a:off x="3863913" y="454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57EF046-A556-411B-8853-6009EB07B79D}"/>
              </a:ext>
            </a:extLst>
          </p:cNvPr>
          <p:cNvCxnSpPr>
            <a:cxnSpLocks/>
          </p:cNvCxnSpPr>
          <p:nvPr/>
        </p:nvCxnSpPr>
        <p:spPr>
          <a:xfrm flipV="1">
            <a:off x="530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7DBC954-E31D-4C00-A17A-581A0383BC46}"/>
              </a:ext>
            </a:extLst>
          </p:cNvPr>
          <p:cNvCxnSpPr>
            <a:cxnSpLocks/>
          </p:cNvCxnSpPr>
          <p:nvPr/>
        </p:nvCxnSpPr>
        <p:spPr>
          <a:xfrm flipV="1">
            <a:off x="6731738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30551124-D406-4ABB-8CB7-FBBF96E95383}"/>
              </a:ext>
            </a:extLst>
          </p:cNvPr>
          <p:cNvSpPr/>
          <p:nvPr/>
        </p:nvSpPr>
        <p:spPr>
          <a:xfrm>
            <a:off x="5307419" y="3116014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73FFD09-DAC2-4CBB-88FE-4D1441CB97AA}"/>
              </a:ext>
            </a:extLst>
          </p:cNvPr>
          <p:cNvSpPr/>
          <p:nvPr/>
        </p:nvSpPr>
        <p:spPr>
          <a:xfrm>
            <a:off x="3873337" y="1696851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D33EBDB-A452-42E6-B73F-6E9866B20FAD}"/>
              </a:ext>
            </a:extLst>
          </p:cNvPr>
          <p:cNvSpPr/>
          <p:nvPr/>
        </p:nvSpPr>
        <p:spPr>
          <a:xfrm>
            <a:off x="6739579" y="1694386"/>
            <a:ext cx="1436494" cy="14089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8936BAC-9FEA-4288-8F42-9CD2DD8E49B3}"/>
              </a:ext>
            </a:extLst>
          </p:cNvPr>
          <p:cNvSpPr/>
          <p:nvPr/>
        </p:nvSpPr>
        <p:spPr>
          <a:xfrm>
            <a:off x="3873337" y="3125013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6888A3A-BF9C-4375-8F02-1EEF769621DD}"/>
              </a:ext>
            </a:extLst>
          </p:cNvPr>
          <p:cNvCxnSpPr>
            <a:cxnSpLocks/>
          </p:cNvCxnSpPr>
          <p:nvPr/>
        </p:nvCxnSpPr>
        <p:spPr>
          <a:xfrm>
            <a:off x="5624125" y="3954700"/>
            <a:ext cx="261937" cy="25717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6ACFBF2-0BBE-4434-9158-C48D23274365}"/>
              </a:ext>
            </a:extLst>
          </p:cNvPr>
          <p:cNvCxnSpPr>
            <a:cxnSpLocks/>
          </p:cNvCxnSpPr>
          <p:nvPr/>
        </p:nvCxnSpPr>
        <p:spPr>
          <a:xfrm flipH="1">
            <a:off x="5886063" y="3555901"/>
            <a:ext cx="581217" cy="65597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24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Regeln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7936DC1-0F2C-4D5B-A8C7-4B8C6FF04E2A}"/>
              </a:ext>
            </a:extLst>
          </p:cNvPr>
          <p:cNvCxnSpPr/>
          <p:nvPr/>
        </p:nvCxnSpPr>
        <p:spPr>
          <a:xfrm>
            <a:off x="3917179" y="25695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05C91-9227-4181-A37B-B168B9B569E2}"/>
              </a:ext>
            </a:extLst>
          </p:cNvPr>
          <p:cNvCxnSpPr>
            <a:cxnSpLocks/>
          </p:cNvCxnSpPr>
          <p:nvPr/>
        </p:nvCxnSpPr>
        <p:spPr>
          <a:xfrm>
            <a:off x="3863913" y="169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8A9F5BA-8ECD-45E4-9DC9-CBB4977E4321}"/>
              </a:ext>
            </a:extLst>
          </p:cNvPr>
          <p:cNvCxnSpPr>
            <a:cxnSpLocks/>
          </p:cNvCxnSpPr>
          <p:nvPr/>
        </p:nvCxnSpPr>
        <p:spPr>
          <a:xfrm flipV="1">
            <a:off x="818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89CB1B-2C8F-4391-B41F-DA3CF97BDC44}"/>
              </a:ext>
            </a:extLst>
          </p:cNvPr>
          <p:cNvCxnSpPr>
            <a:cxnSpLocks/>
          </p:cNvCxnSpPr>
          <p:nvPr/>
        </p:nvCxnSpPr>
        <p:spPr>
          <a:xfrm flipV="1">
            <a:off x="3863913" y="1694387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E380A3C-7EC1-4429-96D0-965830E23213}"/>
              </a:ext>
            </a:extLst>
          </p:cNvPr>
          <p:cNvCxnSpPr>
            <a:cxnSpLocks/>
          </p:cNvCxnSpPr>
          <p:nvPr/>
        </p:nvCxnSpPr>
        <p:spPr>
          <a:xfrm>
            <a:off x="3863913" y="601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E0E6F9-80B7-445D-BC5C-B55CEAE43BA1}"/>
              </a:ext>
            </a:extLst>
          </p:cNvPr>
          <p:cNvCxnSpPr>
            <a:cxnSpLocks/>
          </p:cNvCxnSpPr>
          <p:nvPr/>
        </p:nvCxnSpPr>
        <p:spPr>
          <a:xfrm>
            <a:off x="3863913" y="310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ADAED4D-F54E-45C0-B4F1-EE49D7131A66}"/>
              </a:ext>
            </a:extLst>
          </p:cNvPr>
          <p:cNvCxnSpPr>
            <a:cxnSpLocks/>
          </p:cNvCxnSpPr>
          <p:nvPr/>
        </p:nvCxnSpPr>
        <p:spPr>
          <a:xfrm>
            <a:off x="3863913" y="454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57EF046-A556-411B-8853-6009EB07B79D}"/>
              </a:ext>
            </a:extLst>
          </p:cNvPr>
          <p:cNvCxnSpPr>
            <a:cxnSpLocks/>
          </p:cNvCxnSpPr>
          <p:nvPr/>
        </p:nvCxnSpPr>
        <p:spPr>
          <a:xfrm flipV="1">
            <a:off x="530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7DBC954-E31D-4C00-A17A-581A0383BC46}"/>
              </a:ext>
            </a:extLst>
          </p:cNvPr>
          <p:cNvCxnSpPr>
            <a:cxnSpLocks/>
          </p:cNvCxnSpPr>
          <p:nvPr/>
        </p:nvCxnSpPr>
        <p:spPr>
          <a:xfrm flipV="1">
            <a:off x="6731738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30551124-D406-4ABB-8CB7-FBBF96E95383}"/>
              </a:ext>
            </a:extLst>
          </p:cNvPr>
          <p:cNvSpPr/>
          <p:nvPr/>
        </p:nvSpPr>
        <p:spPr>
          <a:xfrm>
            <a:off x="5307419" y="3116014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4ABCCF7-7273-45C5-8808-F8407A0762E1}"/>
              </a:ext>
            </a:extLst>
          </p:cNvPr>
          <p:cNvSpPr/>
          <p:nvPr/>
        </p:nvSpPr>
        <p:spPr>
          <a:xfrm>
            <a:off x="3873337" y="1696851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7391776-4071-418E-A9E8-2B004A23DCA3}"/>
              </a:ext>
            </a:extLst>
          </p:cNvPr>
          <p:cNvCxnSpPr>
            <a:cxnSpLocks/>
          </p:cNvCxnSpPr>
          <p:nvPr/>
        </p:nvCxnSpPr>
        <p:spPr>
          <a:xfrm>
            <a:off x="5303913" y="3116014"/>
            <a:ext cx="1424320" cy="143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3BFA241-7E15-44B8-A471-A09632C2638B}"/>
              </a:ext>
            </a:extLst>
          </p:cNvPr>
          <p:cNvCxnSpPr>
            <a:cxnSpLocks/>
          </p:cNvCxnSpPr>
          <p:nvPr/>
        </p:nvCxnSpPr>
        <p:spPr>
          <a:xfrm flipV="1">
            <a:off x="5303912" y="3112316"/>
            <a:ext cx="1424321" cy="14346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11EE9BA7-0B17-4DEA-95BA-A6FEFA2D63D8}"/>
              </a:ext>
            </a:extLst>
          </p:cNvPr>
          <p:cNvSpPr/>
          <p:nvPr/>
        </p:nvSpPr>
        <p:spPr>
          <a:xfrm>
            <a:off x="3870923" y="3118851"/>
            <a:ext cx="1429475" cy="14191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9625FA8-8A44-4244-985C-B4CBC3869E03}"/>
              </a:ext>
            </a:extLst>
          </p:cNvPr>
          <p:cNvSpPr/>
          <p:nvPr/>
        </p:nvSpPr>
        <p:spPr>
          <a:xfrm>
            <a:off x="6735243" y="4553177"/>
            <a:ext cx="1445159" cy="14538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B628F73-4ABC-4138-B753-1002AC30FFB0}"/>
              </a:ext>
            </a:extLst>
          </p:cNvPr>
          <p:cNvSpPr/>
          <p:nvPr/>
        </p:nvSpPr>
        <p:spPr>
          <a:xfrm>
            <a:off x="6738748" y="1693523"/>
            <a:ext cx="1441647" cy="141719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8760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Regeln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7936DC1-0F2C-4D5B-A8C7-4B8C6FF04E2A}"/>
              </a:ext>
            </a:extLst>
          </p:cNvPr>
          <p:cNvCxnSpPr/>
          <p:nvPr/>
        </p:nvCxnSpPr>
        <p:spPr>
          <a:xfrm>
            <a:off x="3917179" y="25695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05C91-9227-4181-A37B-B168B9B569E2}"/>
              </a:ext>
            </a:extLst>
          </p:cNvPr>
          <p:cNvCxnSpPr>
            <a:cxnSpLocks/>
          </p:cNvCxnSpPr>
          <p:nvPr/>
        </p:nvCxnSpPr>
        <p:spPr>
          <a:xfrm>
            <a:off x="3863913" y="169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8A9F5BA-8ECD-45E4-9DC9-CBB4977E4321}"/>
              </a:ext>
            </a:extLst>
          </p:cNvPr>
          <p:cNvCxnSpPr>
            <a:cxnSpLocks/>
          </p:cNvCxnSpPr>
          <p:nvPr/>
        </p:nvCxnSpPr>
        <p:spPr>
          <a:xfrm flipV="1">
            <a:off x="818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89CB1B-2C8F-4391-B41F-DA3CF97BDC44}"/>
              </a:ext>
            </a:extLst>
          </p:cNvPr>
          <p:cNvCxnSpPr>
            <a:cxnSpLocks/>
          </p:cNvCxnSpPr>
          <p:nvPr/>
        </p:nvCxnSpPr>
        <p:spPr>
          <a:xfrm flipV="1">
            <a:off x="3863913" y="1694387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E380A3C-7EC1-4429-96D0-965830E23213}"/>
              </a:ext>
            </a:extLst>
          </p:cNvPr>
          <p:cNvCxnSpPr>
            <a:cxnSpLocks/>
          </p:cNvCxnSpPr>
          <p:nvPr/>
        </p:nvCxnSpPr>
        <p:spPr>
          <a:xfrm>
            <a:off x="3863913" y="601068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E0E6F9-80B7-445D-BC5C-B55CEAE43BA1}"/>
              </a:ext>
            </a:extLst>
          </p:cNvPr>
          <p:cNvCxnSpPr>
            <a:cxnSpLocks/>
          </p:cNvCxnSpPr>
          <p:nvPr/>
        </p:nvCxnSpPr>
        <p:spPr>
          <a:xfrm>
            <a:off x="3863913" y="310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ADAED4D-F54E-45C0-B4F1-EE49D7131A66}"/>
              </a:ext>
            </a:extLst>
          </p:cNvPr>
          <p:cNvCxnSpPr>
            <a:cxnSpLocks/>
          </p:cNvCxnSpPr>
          <p:nvPr/>
        </p:nvCxnSpPr>
        <p:spPr>
          <a:xfrm>
            <a:off x="3863913" y="4547014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57EF046-A556-411B-8853-6009EB07B79D}"/>
              </a:ext>
            </a:extLst>
          </p:cNvPr>
          <p:cNvCxnSpPr>
            <a:cxnSpLocks/>
          </p:cNvCxnSpPr>
          <p:nvPr/>
        </p:nvCxnSpPr>
        <p:spPr>
          <a:xfrm flipV="1">
            <a:off x="5303913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7DBC954-E31D-4C00-A17A-581A0383BC46}"/>
              </a:ext>
            </a:extLst>
          </p:cNvPr>
          <p:cNvCxnSpPr>
            <a:cxnSpLocks/>
          </p:cNvCxnSpPr>
          <p:nvPr/>
        </p:nvCxnSpPr>
        <p:spPr>
          <a:xfrm flipV="1">
            <a:off x="6731738" y="1690688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74ABCCF7-7273-45C5-8808-F8407A0762E1}"/>
              </a:ext>
            </a:extLst>
          </p:cNvPr>
          <p:cNvSpPr/>
          <p:nvPr/>
        </p:nvSpPr>
        <p:spPr>
          <a:xfrm>
            <a:off x="3873337" y="1696851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9625FA8-8A44-4244-985C-B4CBC3869E03}"/>
              </a:ext>
            </a:extLst>
          </p:cNvPr>
          <p:cNvSpPr/>
          <p:nvPr/>
        </p:nvSpPr>
        <p:spPr>
          <a:xfrm>
            <a:off x="6735243" y="4553177"/>
            <a:ext cx="1445159" cy="14538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B628F73-4ABC-4138-B753-1002AC30FFB0}"/>
              </a:ext>
            </a:extLst>
          </p:cNvPr>
          <p:cNvSpPr/>
          <p:nvPr/>
        </p:nvSpPr>
        <p:spPr>
          <a:xfrm>
            <a:off x="6738748" y="1693523"/>
            <a:ext cx="1441647" cy="14134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C003F00-43CD-49B5-9286-EE2C76CA47CC}"/>
              </a:ext>
            </a:extLst>
          </p:cNvPr>
          <p:cNvCxnSpPr>
            <a:cxnSpLocks/>
          </p:cNvCxnSpPr>
          <p:nvPr/>
        </p:nvCxnSpPr>
        <p:spPr>
          <a:xfrm>
            <a:off x="5624125" y="3954700"/>
            <a:ext cx="261937" cy="25717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D6997716-7F5D-4C01-B032-4A25BA0D37A5}"/>
              </a:ext>
            </a:extLst>
          </p:cNvPr>
          <p:cNvCxnSpPr>
            <a:cxnSpLocks/>
          </p:cNvCxnSpPr>
          <p:nvPr/>
        </p:nvCxnSpPr>
        <p:spPr>
          <a:xfrm flipH="1">
            <a:off x="5886063" y="3555901"/>
            <a:ext cx="581217" cy="65597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31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7D634-24E2-415A-8B4B-C20FBB0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Produkt Demonstration</a:t>
            </a:r>
          </a:p>
        </p:txBody>
      </p:sp>
      <p:sp>
        <p:nvSpPr>
          <p:cNvPr id="4" name="Rechteck 3">
            <a:hlinkClick r:id="rId3" action="ppaction://program" highlightClick="1"/>
            <a:extLst>
              <a:ext uri="{FF2B5EF4-FFF2-40B4-BE49-F238E27FC236}">
                <a16:creationId xmlns:a16="http://schemas.microsoft.com/office/drawing/2014/main" id="{47B0584E-88D4-44A9-BF86-75AD1FB3C67D}"/>
              </a:ext>
            </a:extLst>
          </p:cNvPr>
          <p:cNvSpPr/>
          <p:nvPr/>
        </p:nvSpPr>
        <p:spPr>
          <a:xfrm>
            <a:off x="4836000" y="2938619"/>
            <a:ext cx="2520000" cy="2520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99E4DFA0-719B-4850-A9ED-6821E940FBBA}"/>
              </a:ext>
            </a:extLst>
          </p:cNvPr>
          <p:cNvSpPr/>
          <p:nvPr/>
        </p:nvSpPr>
        <p:spPr>
          <a:xfrm>
            <a:off x="5630996" y="3846860"/>
            <a:ext cx="930007" cy="70351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9751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40C4B-B667-4B80-BE4F-4F823B89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9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de-CH" sz="8800" dirty="0">
                <a:latin typeface="Georgia" panose="02040502050405020303" pitchFamily="18" charset="0"/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3542328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9CEC617F-4C20-45F1-B7C8-41E21BBF5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793240"/>
            <a:ext cx="10905066" cy="327152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0A52CECE-AA7C-484A-9375-A557E5B9E473}"/>
              </a:ext>
            </a:extLst>
          </p:cNvPr>
          <p:cNvSpPr/>
          <p:nvPr/>
        </p:nvSpPr>
        <p:spPr>
          <a:xfrm>
            <a:off x="1685925" y="3876674"/>
            <a:ext cx="8572500" cy="24765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2277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C2EB5AB9-F767-4D55-87AD-C174D6728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765978"/>
            <a:ext cx="10905066" cy="332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15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2E7FDA2B-97D4-4CF8-A770-1C384991C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43296"/>
            <a:ext cx="10905066" cy="357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621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DDEADE97-21CA-4D41-93D1-31B0C0911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9554"/>
            <a:ext cx="10905066" cy="299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53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1555E-B367-44FC-A1CB-7D20B775B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AEF13E-21FF-4FC4-B666-8805B7BA6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52388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8FD015D-E583-4508-8D17-8D24D619D24A}"/>
              </a:ext>
            </a:extLst>
          </p:cNvPr>
          <p:cNvCxnSpPr/>
          <p:nvPr/>
        </p:nvCxnSpPr>
        <p:spPr>
          <a:xfrm>
            <a:off x="3755254" y="266330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EF410F6-A2F4-4919-8006-B25BD8B36CCB}"/>
              </a:ext>
            </a:extLst>
          </p:cNvPr>
          <p:cNvCxnSpPr>
            <a:cxnSpLocks/>
          </p:cNvCxnSpPr>
          <p:nvPr/>
        </p:nvCxnSpPr>
        <p:spPr>
          <a:xfrm>
            <a:off x="3701988" y="1784412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4CE53E9-F31E-46C6-98F4-E8A2D73335B5}"/>
              </a:ext>
            </a:extLst>
          </p:cNvPr>
          <p:cNvCxnSpPr>
            <a:cxnSpLocks/>
          </p:cNvCxnSpPr>
          <p:nvPr/>
        </p:nvCxnSpPr>
        <p:spPr>
          <a:xfrm flipV="1">
            <a:off x="8021988" y="1784412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1CB1F3D7-F05A-4EE7-9ED5-8AA4658BD780}"/>
              </a:ext>
            </a:extLst>
          </p:cNvPr>
          <p:cNvCxnSpPr>
            <a:cxnSpLocks/>
          </p:cNvCxnSpPr>
          <p:nvPr/>
        </p:nvCxnSpPr>
        <p:spPr>
          <a:xfrm flipV="1">
            <a:off x="3701988" y="1788111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FC030EB-6680-49E1-90A9-D9318C6B326A}"/>
              </a:ext>
            </a:extLst>
          </p:cNvPr>
          <p:cNvCxnSpPr>
            <a:cxnSpLocks/>
          </p:cNvCxnSpPr>
          <p:nvPr/>
        </p:nvCxnSpPr>
        <p:spPr>
          <a:xfrm>
            <a:off x="3701988" y="6104412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1EF922D-3C1B-4CEA-A5D8-5ACF5ECB7F02}"/>
              </a:ext>
            </a:extLst>
          </p:cNvPr>
          <p:cNvCxnSpPr>
            <a:cxnSpLocks/>
          </p:cNvCxnSpPr>
          <p:nvPr/>
        </p:nvCxnSpPr>
        <p:spPr>
          <a:xfrm>
            <a:off x="3701988" y="320073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FB67A36-0D12-4B4E-9E75-E75F418B3C89}"/>
              </a:ext>
            </a:extLst>
          </p:cNvPr>
          <p:cNvCxnSpPr>
            <a:cxnSpLocks/>
          </p:cNvCxnSpPr>
          <p:nvPr/>
        </p:nvCxnSpPr>
        <p:spPr>
          <a:xfrm>
            <a:off x="3701988" y="4640738"/>
            <a:ext cx="43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E0C6CF84-7C3E-4547-B670-9338D4E520C9}"/>
              </a:ext>
            </a:extLst>
          </p:cNvPr>
          <p:cNvCxnSpPr>
            <a:cxnSpLocks/>
          </p:cNvCxnSpPr>
          <p:nvPr/>
        </p:nvCxnSpPr>
        <p:spPr>
          <a:xfrm flipV="1">
            <a:off x="8025494" y="1784412"/>
            <a:ext cx="0" cy="14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BDDD665-1F46-4FDA-960A-AC0BA434F08B}"/>
              </a:ext>
            </a:extLst>
          </p:cNvPr>
          <p:cNvCxnSpPr>
            <a:cxnSpLocks/>
          </p:cNvCxnSpPr>
          <p:nvPr/>
        </p:nvCxnSpPr>
        <p:spPr>
          <a:xfrm flipV="1">
            <a:off x="8021988" y="3200738"/>
            <a:ext cx="0" cy="14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26925A52-3F32-4EF2-AEE8-95F38FE1E88B}"/>
              </a:ext>
            </a:extLst>
          </p:cNvPr>
          <p:cNvCxnSpPr>
            <a:cxnSpLocks/>
          </p:cNvCxnSpPr>
          <p:nvPr/>
        </p:nvCxnSpPr>
        <p:spPr>
          <a:xfrm>
            <a:off x="3701988" y="1784412"/>
            <a:ext cx="144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F1DABCD-0D01-48D2-9C6A-E235EED9CFCD}"/>
              </a:ext>
            </a:extLst>
          </p:cNvPr>
          <p:cNvCxnSpPr>
            <a:cxnSpLocks/>
          </p:cNvCxnSpPr>
          <p:nvPr/>
        </p:nvCxnSpPr>
        <p:spPr>
          <a:xfrm flipV="1">
            <a:off x="5141988" y="1784412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1858F18-EFA8-4931-B04A-B27797CA3377}"/>
              </a:ext>
            </a:extLst>
          </p:cNvPr>
          <p:cNvCxnSpPr>
            <a:cxnSpLocks/>
          </p:cNvCxnSpPr>
          <p:nvPr/>
        </p:nvCxnSpPr>
        <p:spPr>
          <a:xfrm>
            <a:off x="5129813" y="1784412"/>
            <a:ext cx="144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B453E142-0032-4A1C-B45D-472DC0391477}"/>
              </a:ext>
            </a:extLst>
          </p:cNvPr>
          <p:cNvCxnSpPr>
            <a:cxnSpLocks/>
          </p:cNvCxnSpPr>
          <p:nvPr/>
        </p:nvCxnSpPr>
        <p:spPr>
          <a:xfrm flipV="1">
            <a:off x="6569813" y="1784412"/>
            <a:ext cx="0" cy="43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E7EF451E-B94F-4479-8151-E06B4B33FE4A}"/>
              </a:ext>
            </a:extLst>
          </p:cNvPr>
          <p:cNvSpPr/>
          <p:nvPr/>
        </p:nvSpPr>
        <p:spPr>
          <a:xfrm>
            <a:off x="1701569" y="2454713"/>
            <a:ext cx="1420814" cy="142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274A0E1-0866-456A-96B1-ABF375D0D139}"/>
              </a:ext>
            </a:extLst>
          </p:cNvPr>
          <p:cNvSpPr/>
          <p:nvPr/>
        </p:nvSpPr>
        <p:spPr>
          <a:xfrm>
            <a:off x="1953087" y="1216241"/>
            <a:ext cx="360000" cy="36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F366CD5-3BD8-4326-8A9C-1F7419140B34}"/>
              </a:ext>
            </a:extLst>
          </p:cNvPr>
          <p:cNvCxnSpPr>
            <a:cxnSpLocks/>
          </p:cNvCxnSpPr>
          <p:nvPr/>
        </p:nvCxnSpPr>
        <p:spPr>
          <a:xfrm>
            <a:off x="5462388" y="4087356"/>
            <a:ext cx="261937" cy="25717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59813AE-61A3-48F0-968C-0B477110D160}"/>
              </a:ext>
            </a:extLst>
          </p:cNvPr>
          <p:cNvCxnSpPr>
            <a:cxnSpLocks/>
          </p:cNvCxnSpPr>
          <p:nvPr/>
        </p:nvCxnSpPr>
        <p:spPr>
          <a:xfrm flipH="1">
            <a:off x="5724326" y="3688557"/>
            <a:ext cx="581217" cy="65597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468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Breitbild</PresentationFormat>
  <Paragraphs>29</Paragraphs>
  <Slides>21</Slides>
  <Notes>13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Georgia</vt:lpstr>
      <vt:lpstr>Office</vt:lpstr>
      <vt:lpstr>Conway’s Game of Life</vt:lpstr>
      <vt:lpstr>PowerPoint-Präsentation</vt:lpstr>
      <vt:lpstr>PowerPoint-Präsentation</vt:lpstr>
      <vt:lpstr>PowerPoint-Präsentation</vt:lpstr>
      <vt:lpstr>PowerPoint-Präsentation</vt:lpstr>
      <vt:lpstr>Regeln</vt:lpstr>
      <vt:lpstr>Regeln</vt:lpstr>
      <vt:lpstr>Regeln</vt:lpstr>
      <vt:lpstr>Regeln</vt:lpstr>
      <vt:lpstr>Regeln</vt:lpstr>
      <vt:lpstr>Regeln</vt:lpstr>
      <vt:lpstr>Regeln</vt:lpstr>
      <vt:lpstr>Regeln</vt:lpstr>
      <vt:lpstr>Produkt Demonstration</vt:lpstr>
      <vt:lpstr>Performance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Conway’s Game of Life</dc:title>
  <dc:creator>Ceglie Levin KSBG-1eNP_2017</dc:creator>
  <cp:lastModifiedBy>Ceglie Levin KSBG-1eNP_2017</cp:lastModifiedBy>
  <cp:revision>7</cp:revision>
  <dcterms:created xsi:type="dcterms:W3CDTF">2021-01-24T11:22:25Z</dcterms:created>
  <dcterms:modified xsi:type="dcterms:W3CDTF">2021-01-24T11:53:34Z</dcterms:modified>
</cp:coreProperties>
</file>